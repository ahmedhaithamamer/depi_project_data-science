
<file path=[Content_Types].xml><?xml version="1.0" encoding="utf-8"?>
<Types xmlns="http://schemas.openxmlformats.org/package/2006/content-types">
  <Default Extension="jpeg" ContentType="image/jpeg"/>
  <Default Extension="mp4" ContentType="video/mp4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ppt/diagrams/data5.xml" ContentType="application/vnd.openxmlformats-officedocument.drawingml.diagramData+xml"/>
  <Override PartName="/ppt/diagrams/layout4.xml" ContentType="application/vnd.openxmlformats-officedocument.drawingml.diagramLayout+xml"/>
  <Override PartName="/ppt/diagrams/quickStyle4.xml" ContentType="application/vnd.openxmlformats-officedocument.drawingml.diagramStyle+xml"/>
  <Override PartName="/ppt/diagrams/colors4.xml" ContentType="application/vnd.openxmlformats-officedocument.drawingml.diagramColors+xml"/>
  <Override PartName="/ppt/diagrams/drawing4.xml" ContentType="application/vnd.ms-office.drawingml.diagramDrawing+xml"/>
  <Override PartName="/ppt/diagrams/data6.xml" ContentType="application/vnd.openxmlformats-officedocument.drawingml.diagramData+xml"/>
  <Override PartName="/ppt/diagrams/layout5.xml" ContentType="application/vnd.openxmlformats-officedocument.drawingml.diagramLayout+xml"/>
  <Override PartName="/ppt/diagrams/quickStyle5.xml" ContentType="application/vnd.openxmlformats-officedocument.drawingml.diagramStyle+xml"/>
  <Override PartName="/ppt/diagrams/colors5.xml" ContentType="application/vnd.openxmlformats-officedocument.drawingml.diagramColors+xml"/>
  <Override PartName="/ppt/diagrams/drawing5.xml" ContentType="application/vnd.ms-office.drawingml.diagramDrawing+xml"/>
  <Override PartName="/ppt/diagrams/data7.xml" ContentType="application/vnd.openxmlformats-officedocument.drawingml.diagramData+xml"/>
  <Override PartName="/ppt/diagrams/layout6.xml" ContentType="application/vnd.openxmlformats-officedocument.drawingml.diagramLayout+xml"/>
  <Override PartName="/ppt/diagrams/quickStyle6.xml" ContentType="application/vnd.openxmlformats-officedocument.drawingml.diagramStyle+xml"/>
  <Override PartName="/ppt/diagrams/colors6.xml" ContentType="application/vnd.openxmlformats-officedocument.drawingml.diagramColors+xml"/>
  <Override PartName="/ppt/diagrams/drawing6.xml" ContentType="application/vnd.ms-office.drawingml.diagramDrawing+xml"/>
  <Override PartName="/ppt/diagrams/data8.xml" ContentType="application/vnd.openxmlformats-officedocument.drawingml.diagramData+xml"/>
  <Override PartName="/ppt/diagrams/layout7.xml" ContentType="application/vnd.openxmlformats-officedocument.drawingml.diagramLayout+xml"/>
  <Override PartName="/ppt/diagrams/quickStyle7.xml" ContentType="application/vnd.openxmlformats-officedocument.drawingml.diagramStyle+xml"/>
  <Override PartName="/ppt/diagrams/colors7.xml" ContentType="application/vnd.openxmlformats-officedocument.drawingml.diagramColors+xml"/>
  <Override PartName="/ppt/diagrams/drawing7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  <Override PartName="/ppt/diagrams/data4.xml" ContentType="application/vnd.openxmlformats-officedocument.drawingml.diagramData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943" r:id="rId1"/>
  </p:sldMasterIdLst>
  <p:notesMasterIdLst>
    <p:notesMasterId r:id="rId15"/>
  </p:notesMasterIdLst>
  <p:sldIdLst>
    <p:sldId id="268" r:id="rId2"/>
    <p:sldId id="272" r:id="rId3"/>
    <p:sldId id="269" r:id="rId4"/>
    <p:sldId id="270" r:id="rId5"/>
    <p:sldId id="260" r:id="rId6"/>
    <p:sldId id="261" r:id="rId7"/>
    <p:sldId id="262" r:id="rId8"/>
    <p:sldId id="263" r:id="rId9"/>
    <p:sldId id="264" r:id="rId10"/>
    <p:sldId id="266" r:id="rId11"/>
    <p:sldId id="265" r:id="rId12"/>
    <p:sldId id="271" r:id="rId13"/>
    <p:sldId id="267" r:id="rId14"/>
  </p:sldIdLst>
  <p:sldSz cx="12192000" cy="6858000"/>
  <p:notesSz cx="6858000" cy="9144000"/>
  <p:custShowLst>
    <p:custShow name="Custom Show 1" id="0">
      <p:sldLst>
        <p:sld r:id="rId2"/>
        <p:sld r:id="rId4"/>
        <p:sld r:id="rId5"/>
        <p:sld r:id="rId6"/>
        <p:sld r:id="rId7"/>
        <p:sld r:id="rId8"/>
        <p:sld r:id="rId9"/>
        <p:sld r:id="rId10"/>
        <p:sld r:id="rId11"/>
        <p:sld r:id="rId12"/>
        <p:sld r:id="rId13"/>
        <p:sld r:id="rId14"/>
      </p:sldLst>
    </p:custShow>
  </p:custShow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000" autoAdjust="0"/>
    <p:restoredTop sz="93870" autoAdjust="0"/>
  </p:normalViewPr>
  <p:slideViewPr>
    <p:cSldViewPr snapToGrid="0">
      <p:cViewPr varScale="1">
        <p:scale>
          <a:sx n="104" d="100"/>
          <a:sy n="104" d="100"/>
        </p:scale>
        <p:origin x="870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diagrams/_rels/data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svg"/><Relationship Id="rId3" Type="http://schemas.openxmlformats.org/officeDocument/2006/relationships/image" Target="../media/image5.png"/><Relationship Id="rId7" Type="http://schemas.openxmlformats.org/officeDocument/2006/relationships/image" Target="../media/image9.png"/><Relationship Id="rId2" Type="http://schemas.openxmlformats.org/officeDocument/2006/relationships/image" Target="../media/image4.svg"/><Relationship Id="rId1" Type="http://schemas.openxmlformats.org/officeDocument/2006/relationships/image" Target="../media/image3.png"/><Relationship Id="rId6" Type="http://schemas.openxmlformats.org/officeDocument/2006/relationships/image" Target="../media/image8.svg"/><Relationship Id="rId5" Type="http://schemas.openxmlformats.org/officeDocument/2006/relationships/image" Target="../media/image7.png"/><Relationship Id="rId4" Type="http://schemas.openxmlformats.org/officeDocument/2006/relationships/image" Target="../media/image6.svg"/></Relationships>
</file>

<file path=ppt/diagrams/_rels/data4.xml.rels><?xml version="1.0" encoding="UTF-8" standalone="yes"?>
<Relationships xmlns="http://schemas.openxmlformats.org/package/2006/relationships"><Relationship Id="rId1" Type="http://schemas.openxmlformats.org/officeDocument/2006/relationships/image" Target="../media/image120.png"/></Relationships>
</file>

<file path=ppt/diagrams/_rels/data5.xml.rels><?xml version="1.0" encoding="UTF-8" standalone="yes"?>
<Relationships xmlns="http://schemas.openxmlformats.org/package/2006/relationships"><Relationship Id="rId8" Type="http://schemas.openxmlformats.org/officeDocument/2006/relationships/image" Target="../media/image20.svg"/><Relationship Id="rId3" Type="http://schemas.openxmlformats.org/officeDocument/2006/relationships/image" Target="../media/image15.png"/><Relationship Id="rId7" Type="http://schemas.openxmlformats.org/officeDocument/2006/relationships/image" Target="../media/image19.png"/><Relationship Id="rId2" Type="http://schemas.openxmlformats.org/officeDocument/2006/relationships/image" Target="../media/image14.svg"/><Relationship Id="rId1" Type="http://schemas.openxmlformats.org/officeDocument/2006/relationships/image" Target="../media/image13.png"/><Relationship Id="rId6" Type="http://schemas.openxmlformats.org/officeDocument/2006/relationships/image" Target="../media/image18.svg"/><Relationship Id="rId5" Type="http://schemas.openxmlformats.org/officeDocument/2006/relationships/image" Target="../media/image17.png"/><Relationship Id="rId4" Type="http://schemas.openxmlformats.org/officeDocument/2006/relationships/image" Target="../media/image16.svg"/></Relationships>
</file>

<file path=ppt/diagrams/_rels/data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3.svg"/><Relationship Id="rId1" Type="http://schemas.openxmlformats.org/officeDocument/2006/relationships/image" Target="../media/image22.png"/><Relationship Id="rId6" Type="http://schemas.openxmlformats.org/officeDocument/2006/relationships/image" Target="../media/image27.svg"/><Relationship Id="rId5" Type="http://schemas.openxmlformats.org/officeDocument/2006/relationships/image" Target="../media/image26.png"/><Relationship Id="rId4" Type="http://schemas.openxmlformats.org/officeDocument/2006/relationships/image" Target="../media/image25.svg"/></Relationships>
</file>

<file path=ppt/diagrams/_rels/drawing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svg"/><Relationship Id="rId3" Type="http://schemas.openxmlformats.org/officeDocument/2006/relationships/image" Target="../media/image5.png"/><Relationship Id="rId7" Type="http://schemas.openxmlformats.org/officeDocument/2006/relationships/image" Target="../media/image9.png"/><Relationship Id="rId2" Type="http://schemas.openxmlformats.org/officeDocument/2006/relationships/image" Target="../media/image4.svg"/><Relationship Id="rId1" Type="http://schemas.openxmlformats.org/officeDocument/2006/relationships/image" Target="../media/image3.png"/><Relationship Id="rId6" Type="http://schemas.openxmlformats.org/officeDocument/2006/relationships/image" Target="../media/image8.svg"/><Relationship Id="rId5" Type="http://schemas.openxmlformats.org/officeDocument/2006/relationships/image" Target="../media/image7.png"/><Relationship Id="rId4" Type="http://schemas.openxmlformats.org/officeDocument/2006/relationships/image" Target="../media/image6.svg"/></Relationships>
</file>

<file path=ppt/diagrams/_rels/drawing4.xml.rels><?xml version="1.0" encoding="UTF-8" standalone="yes"?>
<Relationships xmlns="http://schemas.openxmlformats.org/package/2006/relationships"><Relationship Id="rId8" Type="http://schemas.openxmlformats.org/officeDocument/2006/relationships/image" Target="../media/image20.svg"/><Relationship Id="rId3" Type="http://schemas.openxmlformats.org/officeDocument/2006/relationships/image" Target="../media/image15.png"/><Relationship Id="rId7" Type="http://schemas.openxmlformats.org/officeDocument/2006/relationships/image" Target="../media/image19.png"/><Relationship Id="rId2" Type="http://schemas.openxmlformats.org/officeDocument/2006/relationships/image" Target="../media/image14.svg"/><Relationship Id="rId1" Type="http://schemas.openxmlformats.org/officeDocument/2006/relationships/image" Target="../media/image13.png"/><Relationship Id="rId6" Type="http://schemas.openxmlformats.org/officeDocument/2006/relationships/image" Target="../media/image18.svg"/><Relationship Id="rId5" Type="http://schemas.openxmlformats.org/officeDocument/2006/relationships/image" Target="../media/image17.png"/><Relationship Id="rId4" Type="http://schemas.openxmlformats.org/officeDocument/2006/relationships/image" Target="../media/image16.svg"/></Relationships>
</file>

<file path=ppt/diagrams/_rels/drawing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3.svg"/><Relationship Id="rId1" Type="http://schemas.openxmlformats.org/officeDocument/2006/relationships/image" Target="../media/image22.png"/><Relationship Id="rId6" Type="http://schemas.openxmlformats.org/officeDocument/2006/relationships/image" Target="../media/image27.svg"/><Relationship Id="rId5" Type="http://schemas.openxmlformats.org/officeDocument/2006/relationships/image" Target="../media/image26.png"/><Relationship Id="rId4" Type="http://schemas.openxmlformats.org/officeDocument/2006/relationships/image" Target="../media/image25.svg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18/5/colors/Iconchunking_neutralbg_colorful5">
  <dgm:title val=""/>
  <dgm:desc val=""/>
  <dgm:catLst>
    <dgm:cat type="colorful" pri="10500"/>
  </dgm:catLst>
  <dgm:styleLbl name="node0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5"/>
      <a:schemeClr val="accent6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alignNode1">
    <dgm:fillClrLst>
      <a:schemeClr val="accent5"/>
      <a:schemeClr val="accent6"/>
    </dgm:fillClrLst>
    <dgm:linClrLst>
      <a:schemeClr val="accent5"/>
      <a:schemeClr val="accent6"/>
    </dgm:linClrLst>
    <dgm:effectClrLst/>
    <dgm:txLinClrLst/>
    <dgm:txFillClrLst/>
    <dgm:txEffectClrLst/>
  </dgm:styleLbl>
  <dgm:styleLbl name="lnNode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5">
        <a:tint val="50000"/>
      </a:schemeClr>
      <a:schemeClr val="accent6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5">
        <a:tint val="50000"/>
      </a:schemeClr>
      <a:schemeClr val="accent6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5"/>
    </dgm:fillClrLst>
    <dgm:linClrLst meth="repeat">
      <a:schemeClr val="accent5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5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6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1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5"/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6">
        <a:tint val="90000"/>
      </a:schemeClr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6">
        <a:tint val="70000"/>
      </a:schemeClr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6">
        <a:tint val="5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5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6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bg1">
        <a:lumMod val="95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5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5">
        <a:tint val="50000"/>
        <a:alpha val="40000"/>
      </a:schemeClr>
    </dgm:fillClrLst>
    <dgm:linClrLst meth="repeat">
      <a:schemeClr val="accent5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5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4.xml><?xml version="1.0" encoding="utf-8"?>
<dgm:colorsDef xmlns:dgm="http://schemas.openxmlformats.org/drawingml/2006/diagram" xmlns:a="http://schemas.openxmlformats.org/drawingml/2006/main" uniqueId="urn:microsoft.com/office/officeart/2018/5/colors/Iconchunking_neutralicon_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bg1"/>
    </dgm:fillClrLst>
    <dgm:linClrLst meth="repeat">
      <a:schemeClr val="lt1">
        <a:alpha val="0"/>
      </a:schemeClr>
    </dgm:linClrLst>
    <dgm:effectClrLst/>
    <dgm:txLinClrLst/>
    <dgm:txFillClrLst meth="repeat">
      <a:schemeClr val="dk1"/>
    </dgm:txFillClrLst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5.xml><?xml version="1.0" encoding="utf-8"?>
<dgm:colorsDef xmlns:dgm="http://schemas.openxmlformats.org/drawingml/2006/diagram" xmlns:a="http://schemas.openxmlformats.org/drawingml/2006/main" uniqueId="urn:microsoft.com/office/officeart/2018/5/colors/Iconchunking_neutralbg_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bg1">
        <a:lumMod val="95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6.xml><?xml version="1.0" encoding="utf-8"?>
<dgm:colorsDef xmlns:dgm="http://schemas.openxmlformats.org/drawingml/2006/diagram" xmlns:a="http://schemas.openxmlformats.org/drawingml/2006/main" uniqueId="urn:microsoft.com/office/officeart/2005/8/colors/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7.xml><?xml version="1.0" encoding="utf-8"?>
<dgm:colorsDef xmlns:dgm="http://schemas.openxmlformats.org/drawingml/2006/diagram" xmlns:a="http://schemas.openxmlformats.org/drawingml/2006/main" uniqueId="urn:microsoft.com/office/officeart/2005/8/colors/accent0_3">
  <dgm:title val=""/>
  <dgm:desc val=""/>
  <dgm:catLst>
    <dgm:cat type="mainScheme" pri="10300"/>
  </dgm:catLst>
  <dgm:styleLbl name="node0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lignNode1">
    <dgm:fillClrLst meth="repeat">
      <a:schemeClr val="dk2"/>
    </dgm:fillClrLst>
    <dgm:linClrLst meth="repeat">
      <a:schemeClr val="dk2"/>
    </dgm:linClrLst>
    <dgm:effectClrLst/>
    <dgm:txLinClrLst/>
    <dgm:txFillClrLst/>
    <dgm:txEffectClrLst/>
  </dgm:styleLbl>
  <dgm:styleLbl name="node1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lnNode1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vennNode1">
    <dgm:fillClrLst meth="repeat">
      <a:schemeClr val="dk2">
        <a:alpha val="50000"/>
      </a:schemeClr>
    </dgm:fillClrLst>
    <dgm:linClrLst meth="repeat">
      <a:schemeClr val="lt2"/>
    </dgm:linClrLst>
    <dgm:effectClrLst/>
    <dgm:txLinClrLst/>
    <dgm:txFillClrLst/>
    <dgm:txEffectClrLst/>
  </dgm:styleLbl>
  <dgm:styleLbl name="node2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node3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node4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fgImgPlace1">
    <dgm:fillClrLst meth="repeat">
      <a:schemeClr val="dk2">
        <a:tint val="50000"/>
      </a:schemeClr>
    </dgm:fillClrLst>
    <dgm:linClrLst meth="repeat">
      <a:schemeClr val="lt2"/>
    </dgm:linClrLst>
    <dgm:effectClrLst/>
    <dgm:txLinClrLst/>
    <dgm:txFillClrLst meth="repeat">
      <a:schemeClr val="lt2"/>
    </dgm:txFillClrLst>
    <dgm:txEffectClrLst/>
  </dgm:styleLbl>
  <dgm:styleLbl name="alignImgPlace1">
    <dgm:fillClrLst meth="repeat">
      <a:schemeClr val="dk2">
        <a:tint val="50000"/>
      </a:schemeClr>
    </dgm:fillClrLst>
    <dgm:linClrLst meth="repeat">
      <a:schemeClr val="dk2">
        <a:shade val="80000"/>
      </a:schemeClr>
    </dgm:linClrLst>
    <dgm:effectClrLst/>
    <dgm:txLinClrLst/>
    <dgm:txFillClrLst meth="repeat">
      <a:schemeClr val="lt2"/>
    </dgm:txFillClrLst>
    <dgm:txEffectClrLst/>
  </dgm:styleLbl>
  <dgm:styleLbl name="bgImgPlace1">
    <dgm:fillClrLst meth="repeat">
      <a:schemeClr val="dk2">
        <a:tint val="50000"/>
      </a:schemeClr>
    </dgm:fillClrLst>
    <dgm:linClrLst meth="repeat">
      <a:schemeClr val="dk2">
        <a:shade val="80000"/>
      </a:schemeClr>
    </dgm:linClrLst>
    <dgm:effectClrLst/>
    <dgm:txLinClrLst/>
    <dgm:txFillClrLst meth="repeat">
      <a:schemeClr val="lt2"/>
    </dgm:txFillClrLst>
    <dgm:txEffectClrLst/>
  </dgm:styleLbl>
  <dgm:styleLbl name="sib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callout">
    <dgm:fillClrLst meth="repeat">
      <a:schemeClr val="dk2"/>
    </dgm:fillClrLst>
    <dgm:linClrLst meth="repeat">
      <a:schemeClr val="dk2">
        <a:tint val="50000"/>
      </a:schemeClr>
    </dgm:linClrLst>
    <dgm:effectClrLst/>
    <dgm:txLinClrLst/>
    <dgm:txFillClrLst meth="repeat">
      <a:schemeClr val="lt2"/>
    </dgm:txFillClrLst>
    <dgm:txEffectClrLst/>
  </dgm:styleLbl>
  <dgm:styleLbl name="asst0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1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2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3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4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parCh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 meth="repeat">
      <a:schemeClr val="lt2"/>
    </dgm:txFillClrLst>
    <dgm:txEffectClrLst/>
  </dgm:styleLbl>
  <dgm:styleLbl name="parChTrans2D2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parChTrans2D3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parChTrans2D4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parChTrans1D1">
    <dgm:fillClrLst meth="repeat">
      <a:schemeClr val="dk2"/>
    </dgm:fillClrLst>
    <dgm:linClrLst meth="repeat">
      <a:schemeClr val="dk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dk2"/>
    </dgm:fillClrLst>
    <dgm:linClrLst meth="repeat">
      <a:schemeClr val="dk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dk2"/>
    </dgm:fillClrLst>
    <dgm:linClrLst meth="repeat">
      <a:schemeClr val="dk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dk2"/>
    </dgm:fillClrLst>
    <dgm:linClrLst meth="repeat">
      <a:schemeClr val="dk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2">
        <a:alpha val="4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2"/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2"/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2"/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dk2">
        <a:alpha val="90000"/>
        <a:tint val="40000"/>
      </a:schemeClr>
    </dgm:fillClrLst>
    <dgm:linClrLst meth="repeat">
      <a:schemeClr val="dk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dk2">
        <a:alpha val="90000"/>
        <a:tint val="40000"/>
      </a:schemeClr>
    </dgm:fillClrLst>
    <dgm:linClrLst meth="repeat">
      <a:schemeClr val="dk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dk2">
        <a:alpha val="90000"/>
        <a:tint val="40000"/>
      </a:schemeClr>
    </dgm:fillClrLst>
    <dgm:linClrLst meth="repeat">
      <a:schemeClr val="dk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dk2">
        <a:tint val="4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dk2">
        <a:shade val="80000"/>
      </a:schemeClr>
    </dgm:fillClrLst>
    <dgm:linClrLst meth="repeat">
      <a:schemeClr val="dk2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dk2">
        <a:tint val="50000"/>
        <a:alpha val="40000"/>
      </a:schemeClr>
    </dgm:fillClrLst>
    <dgm:linClrLst meth="repeat">
      <a:schemeClr val="dk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dk2">
        <a:tint val="60000"/>
      </a:schemeClr>
    </dgm:fillClrLst>
    <dgm:linClrLst meth="repeat">
      <a:schemeClr val="lt2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2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1E7A98D2-5485-4D80-9721-BFE27335B9B6}" type="doc">
      <dgm:prSet loTypeId="urn:microsoft.com/office/officeart/2018/2/layout/IconVerticalSolidList" loCatId="icon" qsTypeId="urn:microsoft.com/office/officeart/2005/8/quickstyle/simple1" qsCatId="simple" csTypeId="urn:microsoft.com/office/officeart/2018/5/colors/Iconchunking_neutralbg_colorful5" csCatId="colorful" phldr="1"/>
      <dgm:spPr/>
      <dgm:t>
        <a:bodyPr/>
        <a:lstStyle/>
        <a:p>
          <a:endParaRPr lang="en-US"/>
        </a:p>
      </dgm:t>
    </dgm:pt>
    <dgm:pt modelId="{4A50DE13-1ECD-4C7E-B940-5AB23FCFD392}">
      <dgm:prSet/>
      <dgm:spPr/>
      <dgm:t>
        <a:bodyPr/>
        <a:lstStyle/>
        <a:p>
          <a:pPr>
            <a:lnSpc>
              <a:spcPct val="100000"/>
            </a:lnSpc>
          </a:pPr>
          <a:r>
            <a:rPr lang="en-US" b="1" dirty="0"/>
            <a:t>The Problem:</a:t>
          </a:r>
          <a:r>
            <a:rPr lang="en-US" dirty="0"/>
            <a:t> Inaccurate sales forecasts causing stockouts/overstocking.</a:t>
          </a:r>
        </a:p>
      </dgm:t>
    </dgm:pt>
    <dgm:pt modelId="{37B49B90-F69E-4F17-9E99-4836AE6C7DB3}" type="parTrans" cxnId="{D190FC7B-1D6A-4A00-A75F-F306920C6B0D}">
      <dgm:prSet/>
      <dgm:spPr/>
      <dgm:t>
        <a:bodyPr/>
        <a:lstStyle/>
        <a:p>
          <a:endParaRPr lang="en-US"/>
        </a:p>
      </dgm:t>
    </dgm:pt>
    <dgm:pt modelId="{40153036-BDB2-4167-9CEF-3D54A466BFA5}" type="sibTrans" cxnId="{D190FC7B-1D6A-4A00-A75F-F306920C6B0D}">
      <dgm:prSet/>
      <dgm:spPr/>
      <dgm:t>
        <a:bodyPr/>
        <a:lstStyle/>
        <a:p>
          <a:endParaRPr lang="en-US"/>
        </a:p>
      </dgm:t>
    </dgm:pt>
    <dgm:pt modelId="{20B5C77A-BAB6-4C4A-8957-1784506E4E38}">
      <dgm:prSet/>
      <dgm:spPr/>
      <dgm:t>
        <a:bodyPr/>
        <a:lstStyle/>
        <a:p>
          <a:pPr>
            <a:lnSpc>
              <a:spcPct val="100000"/>
            </a:lnSpc>
          </a:pPr>
          <a:r>
            <a:rPr lang="en-US" b="1"/>
            <a:t>The Solution:</a:t>
          </a:r>
          <a:r>
            <a:rPr lang="en-US"/>
            <a:t> End-to-End ML Pipeline (Random Forest).</a:t>
          </a:r>
        </a:p>
      </dgm:t>
    </dgm:pt>
    <dgm:pt modelId="{06B39427-EDC5-4D4A-AEC1-DF22ED736273}" type="parTrans" cxnId="{D76A701B-3C8C-44A9-9C8C-65BC464D8A56}">
      <dgm:prSet/>
      <dgm:spPr/>
      <dgm:t>
        <a:bodyPr/>
        <a:lstStyle/>
        <a:p>
          <a:endParaRPr lang="en-US"/>
        </a:p>
      </dgm:t>
    </dgm:pt>
    <dgm:pt modelId="{C446C8EE-461B-4676-A1FF-FFEEBC21001F}" type="sibTrans" cxnId="{D76A701B-3C8C-44A9-9C8C-65BC464D8A56}">
      <dgm:prSet/>
      <dgm:spPr/>
      <dgm:t>
        <a:bodyPr/>
        <a:lstStyle/>
        <a:p>
          <a:endParaRPr lang="en-US"/>
        </a:p>
      </dgm:t>
    </dgm:pt>
    <dgm:pt modelId="{938542AD-771D-4544-AEAA-24524F80005E}">
      <dgm:prSet/>
      <dgm:spPr/>
      <dgm:t>
        <a:bodyPr/>
        <a:lstStyle/>
        <a:p>
          <a:pPr>
            <a:lnSpc>
              <a:spcPct val="100000"/>
            </a:lnSpc>
          </a:pPr>
          <a:r>
            <a:rPr lang="en-US" b="1"/>
            <a:t>The Result:</a:t>
          </a:r>
          <a:r>
            <a:rPr lang="en-US"/>
            <a:t> </a:t>
          </a:r>
          <a:r>
            <a:rPr lang="en-US" b="1"/>
            <a:t>99.96% Accuracy</a:t>
          </a:r>
          <a:r>
            <a:rPr lang="en-US"/>
            <a:t> / </a:t>
          </a:r>
          <a:r>
            <a:rPr lang="en-US" b="1"/>
            <a:t>$106.77 MAE</a:t>
          </a:r>
          <a:r>
            <a:rPr lang="en-US"/>
            <a:t>.</a:t>
          </a:r>
        </a:p>
      </dgm:t>
    </dgm:pt>
    <dgm:pt modelId="{839DC255-DAA2-45C9-A3C5-D96E94911EA4}" type="parTrans" cxnId="{1711F861-CB39-4B0D-81B3-E7153FDDA317}">
      <dgm:prSet/>
      <dgm:spPr/>
      <dgm:t>
        <a:bodyPr/>
        <a:lstStyle/>
        <a:p>
          <a:endParaRPr lang="en-US"/>
        </a:p>
      </dgm:t>
    </dgm:pt>
    <dgm:pt modelId="{5BC86D54-E04B-46DF-A9CA-A56A9E92AD6E}" type="sibTrans" cxnId="{1711F861-CB39-4B0D-81B3-E7153FDDA317}">
      <dgm:prSet/>
      <dgm:spPr/>
      <dgm:t>
        <a:bodyPr/>
        <a:lstStyle/>
        <a:p>
          <a:endParaRPr lang="en-US"/>
        </a:p>
      </dgm:t>
    </dgm:pt>
    <dgm:pt modelId="{70688765-7741-4FF4-8335-B6E4D9B80657}">
      <dgm:prSet/>
      <dgm:spPr/>
      <dgm:t>
        <a:bodyPr/>
        <a:lstStyle/>
        <a:p>
          <a:pPr>
            <a:lnSpc>
              <a:spcPct val="100000"/>
            </a:lnSpc>
          </a:pPr>
          <a:r>
            <a:rPr lang="en-US" b="1"/>
            <a:t>The Value:</a:t>
          </a:r>
          <a:r>
            <a:rPr lang="en-US"/>
            <a:t> Production Ready and Scalable.</a:t>
          </a:r>
        </a:p>
      </dgm:t>
    </dgm:pt>
    <dgm:pt modelId="{1DD72FAD-C398-42CE-B9BF-D00F675FF6C4}" type="parTrans" cxnId="{323EDA6A-80A1-45BA-81F1-17143E1ABD54}">
      <dgm:prSet/>
      <dgm:spPr/>
      <dgm:t>
        <a:bodyPr/>
        <a:lstStyle/>
        <a:p>
          <a:endParaRPr lang="en-US"/>
        </a:p>
      </dgm:t>
    </dgm:pt>
    <dgm:pt modelId="{395AD33E-7453-4212-B062-0D791AF47232}" type="sibTrans" cxnId="{323EDA6A-80A1-45BA-81F1-17143E1ABD54}">
      <dgm:prSet/>
      <dgm:spPr/>
      <dgm:t>
        <a:bodyPr/>
        <a:lstStyle/>
        <a:p>
          <a:endParaRPr lang="en-US"/>
        </a:p>
      </dgm:t>
    </dgm:pt>
    <dgm:pt modelId="{AD1D7E35-6C48-4983-B453-184A319FF972}" type="pres">
      <dgm:prSet presAssocID="{1E7A98D2-5485-4D80-9721-BFE27335B9B6}" presName="root" presStyleCnt="0">
        <dgm:presLayoutVars>
          <dgm:dir/>
          <dgm:resizeHandles val="exact"/>
        </dgm:presLayoutVars>
      </dgm:prSet>
      <dgm:spPr/>
    </dgm:pt>
    <dgm:pt modelId="{09050781-3A35-4717-92A0-F0BE58194FC6}" type="pres">
      <dgm:prSet presAssocID="{4A50DE13-1ECD-4C7E-B940-5AB23FCFD392}" presName="compNode" presStyleCnt="0"/>
      <dgm:spPr/>
    </dgm:pt>
    <dgm:pt modelId="{AA3065D3-4225-437D-BBBC-7BF6FE81291D}" type="pres">
      <dgm:prSet presAssocID="{4A50DE13-1ECD-4C7E-B940-5AB23FCFD392}" presName="bgRect" presStyleLbl="bgShp" presStyleIdx="0" presStyleCnt="4"/>
      <dgm:spPr/>
    </dgm:pt>
    <dgm:pt modelId="{C638B13E-E4CC-408E-BC5B-A1EB6F1706C1}" type="pres">
      <dgm:prSet presAssocID="{4A50DE13-1ECD-4C7E-B940-5AB23FCFD392}" presName="iconRect" presStyleLbl="node1" presStyleIdx="0" presStyleCnt="4"/>
      <dgm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Windmill"/>
        </a:ext>
      </dgm:extLst>
    </dgm:pt>
    <dgm:pt modelId="{5B7C5E7C-FAFC-4D3A-BC00-993973C1009E}" type="pres">
      <dgm:prSet presAssocID="{4A50DE13-1ECD-4C7E-B940-5AB23FCFD392}" presName="spaceRect" presStyleCnt="0"/>
      <dgm:spPr/>
    </dgm:pt>
    <dgm:pt modelId="{FE010C40-DF73-463A-8D92-49D1AF0C4F9F}" type="pres">
      <dgm:prSet presAssocID="{4A50DE13-1ECD-4C7E-B940-5AB23FCFD392}" presName="parTx" presStyleLbl="revTx" presStyleIdx="0" presStyleCnt="4">
        <dgm:presLayoutVars>
          <dgm:chMax val="0"/>
          <dgm:chPref val="0"/>
        </dgm:presLayoutVars>
      </dgm:prSet>
      <dgm:spPr/>
    </dgm:pt>
    <dgm:pt modelId="{F0DBE858-2608-45AC-BB1F-EB56593D513B}" type="pres">
      <dgm:prSet presAssocID="{40153036-BDB2-4167-9CEF-3D54A466BFA5}" presName="sibTrans" presStyleCnt="0"/>
      <dgm:spPr/>
    </dgm:pt>
    <dgm:pt modelId="{BBF0C62F-F4B4-40BB-9B6C-C18AD971FB29}" type="pres">
      <dgm:prSet presAssocID="{20B5C77A-BAB6-4C4A-8957-1784506E4E38}" presName="compNode" presStyleCnt="0"/>
      <dgm:spPr/>
    </dgm:pt>
    <dgm:pt modelId="{56DCCCCC-6F31-4D5D-8D96-AD6E83333778}" type="pres">
      <dgm:prSet presAssocID="{20B5C77A-BAB6-4C4A-8957-1784506E4E38}" presName="bgRect" presStyleLbl="bgShp" presStyleIdx="1" presStyleCnt="4"/>
      <dgm:spPr/>
    </dgm:pt>
    <dgm:pt modelId="{AA9DF0D2-7119-4F90-9C4D-FCA3DB209DF4}" type="pres">
      <dgm:prSet presAssocID="{20B5C77A-BAB6-4C4A-8957-1784506E4E38}" presName="iconRect" presStyleLbl="node1" presStyleIdx="1" presStyleCnt="4"/>
      <dgm:spPr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Fir tree"/>
        </a:ext>
      </dgm:extLst>
    </dgm:pt>
    <dgm:pt modelId="{5C39C3A7-E236-46D8-B6BF-C826BB6F5994}" type="pres">
      <dgm:prSet presAssocID="{20B5C77A-BAB6-4C4A-8957-1784506E4E38}" presName="spaceRect" presStyleCnt="0"/>
      <dgm:spPr/>
    </dgm:pt>
    <dgm:pt modelId="{D4161D0E-CD78-497E-98B0-0D51F52C296D}" type="pres">
      <dgm:prSet presAssocID="{20B5C77A-BAB6-4C4A-8957-1784506E4E38}" presName="parTx" presStyleLbl="revTx" presStyleIdx="1" presStyleCnt="4">
        <dgm:presLayoutVars>
          <dgm:chMax val="0"/>
          <dgm:chPref val="0"/>
        </dgm:presLayoutVars>
      </dgm:prSet>
      <dgm:spPr/>
    </dgm:pt>
    <dgm:pt modelId="{EF873423-BF9A-4D55-8F97-789EA6F3CB1B}" type="pres">
      <dgm:prSet presAssocID="{C446C8EE-461B-4676-A1FF-FFEEBC21001F}" presName="sibTrans" presStyleCnt="0"/>
      <dgm:spPr/>
    </dgm:pt>
    <dgm:pt modelId="{10DC8766-00B3-4289-A709-5DC57001BD88}" type="pres">
      <dgm:prSet presAssocID="{938542AD-771D-4544-AEAA-24524F80005E}" presName="compNode" presStyleCnt="0"/>
      <dgm:spPr/>
    </dgm:pt>
    <dgm:pt modelId="{245ABB20-AFE7-4094-8206-65472A11E3F3}" type="pres">
      <dgm:prSet presAssocID="{938542AD-771D-4544-AEAA-24524F80005E}" presName="bgRect" presStyleLbl="bgShp" presStyleIdx="2" presStyleCnt="4"/>
      <dgm:spPr/>
    </dgm:pt>
    <dgm:pt modelId="{D9EA87B9-DC8D-4AA2-BEB1-A5E35B912AA9}" type="pres">
      <dgm:prSet presAssocID="{938542AD-771D-4544-AEAA-24524F80005E}" presName="iconRect" presStyleLbl="node1" presStyleIdx="2" presStyleCnt="4"/>
      <dgm:spPr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Hierarchy"/>
        </a:ext>
      </dgm:extLst>
    </dgm:pt>
    <dgm:pt modelId="{C31214D2-051D-41FB-A683-F923E89C2B11}" type="pres">
      <dgm:prSet presAssocID="{938542AD-771D-4544-AEAA-24524F80005E}" presName="spaceRect" presStyleCnt="0"/>
      <dgm:spPr/>
    </dgm:pt>
    <dgm:pt modelId="{2F86FD6B-AC31-4272-AACC-283CDD83917A}" type="pres">
      <dgm:prSet presAssocID="{938542AD-771D-4544-AEAA-24524F80005E}" presName="parTx" presStyleLbl="revTx" presStyleIdx="2" presStyleCnt="4">
        <dgm:presLayoutVars>
          <dgm:chMax val="0"/>
          <dgm:chPref val="0"/>
        </dgm:presLayoutVars>
      </dgm:prSet>
      <dgm:spPr/>
    </dgm:pt>
    <dgm:pt modelId="{48612DF4-F1D5-4EC8-A8AF-84CBC0EF4D9D}" type="pres">
      <dgm:prSet presAssocID="{5BC86D54-E04B-46DF-A9CA-A56A9E92AD6E}" presName="sibTrans" presStyleCnt="0"/>
      <dgm:spPr/>
    </dgm:pt>
    <dgm:pt modelId="{12B57E34-C324-498F-A2C7-8B2EA74BB209}" type="pres">
      <dgm:prSet presAssocID="{70688765-7741-4FF4-8335-B6E4D9B80657}" presName="compNode" presStyleCnt="0"/>
      <dgm:spPr/>
    </dgm:pt>
    <dgm:pt modelId="{0DFEA212-0B8E-4D17-985F-0E4692AC85D3}" type="pres">
      <dgm:prSet presAssocID="{70688765-7741-4FF4-8335-B6E4D9B80657}" presName="bgRect" presStyleLbl="bgShp" presStyleIdx="3" presStyleCnt="4"/>
      <dgm:spPr/>
    </dgm:pt>
    <dgm:pt modelId="{2C8FA365-C46D-4E42-85E7-C96A96E9F8B5}" type="pres">
      <dgm:prSet presAssocID="{70688765-7741-4FF4-8335-B6E4D9B80657}" presName="iconRect" presStyleLbl="node1" presStyleIdx="3" presStyleCnt="4"/>
      <dgm:spPr>
        <a:blipFill>
          <a:blip xmlns:r="http://schemas.openxmlformats.org/officeDocument/2006/relationships"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Dollar"/>
        </a:ext>
      </dgm:extLst>
    </dgm:pt>
    <dgm:pt modelId="{1151A25B-2BC0-4E26-BB6D-3A4C263FD0E3}" type="pres">
      <dgm:prSet presAssocID="{70688765-7741-4FF4-8335-B6E4D9B80657}" presName="spaceRect" presStyleCnt="0"/>
      <dgm:spPr/>
    </dgm:pt>
    <dgm:pt modelId="{537A2AF1-90CA-4E1E-A8D1-DC8AAB82DDEB}" type="pres">
      <dgm:prSet presAssocID="{70688765-7741-4FF4-8335-B6E4D9B80657}" presName="parTx" presStyleLbl="revTx" presStyleIdx="3" presStyleCnt="4">
        <dgm:presLayoutVars>
          <dgm:chMax val="0"/>
          <dgm:chPref val="0"/>
        </dgm:presLayoutVars>
      </dgm:prSet>
      <dgm:spPr/>
    </dgm:pt>
  </dgm:ptLst>
  <dgm:cxnLst>
    <dgm:cxn modelId="{7607E901-CADF-414F-8C71-1FF2E05CE89B}" type="presOf" srcId="{70688765-7741-4FF4-8335-B6E4D9B80657}" destId="{537A2AF1-90CA-4E1E-A8D1-DC8AAB82DDEB}" srcOrd="0" destOrd="0" presId="urn:microsoft.com/office/officeart/2018/2/layout/IconVerticalSolidList"/>
    <dgm:cxn modelId="{D76A701B-3C8C-44A9-9C8C-65BC464D8A56}" srcId="{1E7A98D2-5485-4D80-9721-BFE27335B9B6}" destId="{20B5C77A-BAB6-4C4A-8957-1784506E4E38}" srcOrd="1" destOrd="0" parTransId="{06B39427-EDC5-4D4A-AEC1-DF22ED736273}" sibTransId="{C446C8EE-461B-4676-A1FF-FFEEBC21001F}"/>
    <dgm:cxn modelId="{1711F861-CB39-4B0D-81B3-E7153FDDA317}" srcId="{1E7A98D2-5485-4D80-9721-BFE27335B9B6}" destId="{938542AD-771D-4544-AEAA-24524F80005E}" srcOrd="2" destOrd="0" parTransId="{839DC255-DAA2-45C9-A3C5-D96E94911EA4}" sibTransId="{5BC86D54-E04B-46DF-A9CA-A56A9E92AD6E}"/>
    <dgm:cxn modelId="{28F24345-8CC5-4028-9F93-40EBACAD0E6C}" type="presOf" srcId="{4A50DE13-1ECD-4C7E-B940-5AB23FCFD392}" destId="{FE010C40-DF73-463A-8D92-49D1AF0C4F9F}" srcOrd="0" destOrd="0" presId="urn:microsoft.com/office/officeart/2018/2/layout/IconVerticalSolidList"/>
    <dgm:cxn modelId="{323EDA6A-80A1-45BA-81F1-17143E1ABD54}" srcId="{1E7A98D2-5485-4D80-9721-BFE27335B9B6}" destId="{70688765-7741-4FF4-8335-B6E4D9B80657}" srcOrd="3" destOrd="0" parTransId="{1DD72FAD-C398-42CE-B9BF-D00F675FF6C4}" sibTransId="{395AD33E-7453-4212-B062-0D791AF47232}"/>
    <dgm:cxn modelId="{D190FC7B-1D6A-4A00-A75F-F306920C6B0D}" srcId="{1E7A98D2-5485-4D80-9721-BFE27335B9B6}" destId="{4A50DE13-1ECD-4C7E-B940-5AB23FCFD392}" srcOrd="0" destOrd="0" parTransId="{37B49B90-F69E-4F17-9E99-4836AE6C7DB3}" sibTransId="{40153036-BDB2-4167-9CEF-3D54A466BFA5}"/>
    <dgm:cxn modelId="{276D98CE-B6DC-400E-A72F-5C54C4EA72D1}" type="presOf" srcId="{938542AD-771D-4544-AEAA-24524F80005E}" destId="{2F86FD6B-AC31-4272-AACC-283CDD83917A}" srcOrd="0" destOrd="0" presId="urn:microsoft.com/office/officeart/2018/2/layout/IconVerticalSolidList"/>
    <dgm:cxn modelId="{5FE58CE0-BFD2-4A51-BCD8-96FB425E8EDF}" type="presOf" srcId="{1E7A98D2-5485-4D80-9721-BFE27335B9B6}" destId="{AD1D7E35-6C48-4983-B453-184A319FF972}" srcOrd="0" destOrd="0" presId="urn:microsoft.com/office/officeart/2018/2/layout/IconVerticalSolidList"/>
    <dgm:cxn modelId="{864312EF-9177-4CCA-924F-E2CB78347C37}" type="presOf" srcId="{20B5C77A-BAB6-4C4A-8957-1784506E4E38}" destId="{D4161D0E-CD78-497E-98B0-0D51F52C296D}" srcOrd="0" destOrd="0" presId="urn:microsoft.com/office/officeart/2018/2/layout/IconVerticalSolidList"/>
    <dgm:cxn modelId="{C5F34A97-7BB4-4C07-8E67-B423823938E0}" type="presParOf" srcId="{AD1D7E35-6C48-4983-B453-184A319FF972}" destId="{09050781-3A35-4717-92A0-F0BE58194FC6}" srcOrd="0" destOrd="0" presId="urn:microsoft.com/office/officeart/2018/2/layout/IconVerticalSolidList"/>
    <dgm:cxn modelId="{D1913EBC-D658-41E1-8E38-AEF74F6C2202}" type="presParOf" srcId="{09050781-3A35-4717-92A0-F0BE58194FC6}" destId="{AA3065D3-4225-437D-BBBC-7BF6FE81291D}" srcOrd="0" destOrd="0" presId="urn:microsoft.com/office/officeart/2018/2/layout/IconVerticalSolidList"/>
    <dgm:cxn modelId="{F4FC4F73-7C34-4043-8961-F0CE0248A492}" type="presParOf" srcId="{09050781-3A35-4717-92A0-F0BE58194FC6}" destId="{C638B13E-E4CC-408E-BC5B-A1EB6F1706C1}" srcOrd="1" destOrd="0" presId="urn:microsoft.com/office/officeart/2018/2/layout/IconVerticalSolidList"/>
    <dgm:cxn modelId="{637F0C19-B21F-4051-9CD5-F75F4EDF9BB1}" type="presParOf" srcId="{09050781-3A35-4717-92A0-F0BE58194FC6}" destId="{5B7C5E7C-FAFC-4D3A-BC00-993973C1009E}" srcOrd="2" destOrd="0" presId="urn:microsoft.com/office/officeart/2018/2/layout/IconVerticalSolidList"/>
    <dgm:cxn modelId="{BDB2B1BD-4DCB-4E53-94DC-933E938E3728}" type="presParOf" srcId="{09050781-3A35-4717-92A0-F0BE58194FC6}" destId="{FE010C40-DF73-463A-8D92-49D1AF0C4F9F}" srcOrd="3" destOrd="0" presId="urn:microsoft.com/office/officeart/2018/2/layout/IconVerticalSolidList"/>
    <dgm:cxn modelId="{707F10E9-ACA9-457D-9787-71434D011936}" type="presParOf" srcId="{AD1D7E35-6C48-4983-B453-184A319FF972}" destId="{F0DBE858-2608-45AC-BB1F-EB56593D513B}" srcOrd="1" destOrd="0" presId="urn:microsoft.com/office/officeart/2018/2/layout/IconVerticalSolidList"/>
    <dgm:cxn modelId="{68CA985B-AEAA-44D3-BF8E-2DABF65D08B5}" type="presParOf" srcId="{AD1D7E35-6C48-4983-B453-184A319FF972}" destId="{BBF0C62F-F4B4-40BB-9B6C-C18AD971FB29}" srcOrd="2" destOrd="0" presId="urn:microsoft.com/office/officeart/2018/2/layout/IconVerticalSolidList"/>
    <dgm:cxn modelId="{C13DEE2C-E4A3-4186-929E-6AB2B05C2AB9}" type="presParOf" srcId="{BBF0C62F-F4B4-40BB-9B6C-C18AD971FB29}" destId="{56DCCCCC-6F31-4D5D-8D96-AD6E83333778}" srcOrd="0" destOrd="0" presId="urn:microsoft.com/office/officeart/2018/2/layout/IconVerticalSolidList"/>
    <dgm:cxn modelId="{1A3C9D45-3326-4C48-BC1B-023F638AD11B}" type="presParOf" srcId="{BBF0C62F-F4B4-40BB-9B6C-C18AD971FB29}" destId="{AA9DF0D2-7119-4F90-9C4D-FCA3DB209DF4}" srcOrd="1" destOrd="0" presId="urn:microsoft.com/office/officeart/2018/2/layout/IconVerticalSolidList"/>
    <dgm:cxn modelId="{CA658594-479D-47E3-9D56-4FEAAD8EE526}" type="presParOf" srcId="{BBF0C62F-F4B4-40BB-9B6C-C18AD971FB29}" destId="{5C39C3A7-E236-46D8-B6BF-C826BB6F5994}" srcOrd="2" destOrd="0" presId="urn:microsoft.com/office/officeart/2018/2/layout/IconVerticalSolidList"/>
    <dgm:cxn modelId="{593661F0-0656-483F-AEAB-CBA12CA65826}" type="presParOf" srcId="{BBF0C62F-F4B4-40BB-9B6C-C18AD971FB29}" destId="{D4161D0E-CD78-497E-98B0-0D51F52C296D}" srcOrd="3" destOrd="0" presId="urn:microsoft.com/office/officeart/2018/2/layout/IconVerticalSolidList"/>
    <dgm:cxn modelId="{A07C40F8-F1B0-4710-819F-D5C9E7BC58A9}" type="presParOf" srcId="{AD1D7E35-6C48-4983-B453-184A319FF972}" destId="{EF873423-BF9A-4D55-8F97-789EA6F3CB1B}" srcOrd="3" destOrd="0" presId="urn:microsoft.com/office/officeart/2018/2/layout/IconVerticalSolidList"/>
    <dgm:cxn modelId="{9926CED4-3FB3-4DC0-B755-FEC8C2CC8F0F}" type="presParOf" srcId="{AD1D7E35-6C48-4983-B453-184A319FF972}" destId="{10DC8766-00B3-4289-A709-5DC57001BD88}" srcOrd="4" destOrd="0" presId="urn:microsoft.com/office/officeart/2018/2/layout/IconVerticalSolidList"/>
    <dgm:cxn modelId="{18674F4F-0C68-4D7F-9E29-43F825A31604}" type="presParOf" srcId="{10DC8766-00B3-4289-A709-5DC57001BD88}" destId="{245ABB20-AFE7-4094-8206-65472A11E3F3}" srcOrd="0" destOrd="0" presId="urn:microsoft.com/office/officeart/2018/2/layout/IconVerticalSolidList"/>
    <dgm:cxn modelId="{578C2ED9-AF0A-4939-94A5-B6921D67C06B}" type="presParOf" srcId="{10DC8766-00B3-4289-A709-5DC57001BD88}" destId="{D9EA87B9-DC8D-4AA2-BEB1-A5E35B912AA9}" srcOrd="1" destOrd="0" presId="urn:microsoft.com/office/officeart/2018/2/layout/IconVerticalSolidList"/>
    <dgm:cxn modelId="{DE2DD8C3-99B5-498F-B69C-F060110EB971}" type="presParOf" srcId="{10DC8766-00B3-4289-A709-5DC57001BD88}" destId="{C31214D2-051D-41FB-A683-F923E89C2B11}" srcOrd="2" destOrd="0" presId="urn:microsoft.com/office/officeart/2018/2/layout/IconVerticalSolidList"/>
    <dgm:cxn modelId="{DCB65C0E-D9A2-4143-A9C6-E2A33668E003}" type="presParOf" srcId="{10DC8766-00B3-4289-A709-5DC57001BD88}" destId="{2F86FD6B-AC31-4272-AACC-283CDD83917A}" srcOrd="3" destOrd="0" presId="urn:microsoft.com/office/officeart/2018/2/layout/IconVerticalSolidList"/>
    <dgm:cxn modelId="{A05FD99E-02AA-48FF-AD70-99042B41DA0A}" type="presParOf" srcId="{AD1D7E35-6C48-4983-B453-184A319FF972}" destId="{48612DF4-F1D5-4EC8-A8AF-84CBC0EF4D9D}" srcOrd="5" destOrd="0" presId="urn:microsoft.com/office/officeart/2018/2/layout/IconVerticalSolidList"/>
    <dgm:cxn modelId="{917CB4CE-2F00-42FE-B2BF-F7B08C5A64BA}" type="presParOf" srcId="{AD1D7E35-6C48-4983-B453-184A319FF972}" destId="{12B57E34-C324-498F-A2C7-8B2EA74BB209}" srcOrd="6" destOrd="0" presId="urn:microsoft.com/office/officeart/2018/2/layout/IconVerticalSolidList"/>
    <dgm:cxn modelId="{9A24F8CD-28AB-4E1C-98FA-FE6D976C8DE4}" type="presParOf" srcId="{12B57E34-C324-498F-A2C7-8B2EA74BB209}" destId="{0DFEA212-0B8E-4D17-985F-0E4692AC85D3}" srcOrd="0" destOrd="0" presId="urn:microsoft.com/office/officeart/2018/2/layout/IconVerticalSolidList"/>
    <dgm:cxn modelId="{B3C9B28A-BA2B-480A-8736-7D1A1C5A74D1}" type="presParOf" srcId="{12B57E34-C324-498F-A2C7-8B2EA74BB209}" destId="{2C8FA365-C46D-4E42-85E7-C96A96E9F8B5}" srcOrd="1" destOrd="0" presId="urn:microsoft.com/office/officeart/2018/2/layout/IconVerticalSolidList"/>
    <dgm:cxn modelId="{ADF2C308-1842-4888-AB71-25570F54D682}" type="presParOf" srcId="{12B57E34-C324-498F-A2C7-8B2EA74BB209}" destId="{1151A25B-2BC0-4E26-BB6D-3A4C263FD0E3}" srcOrd="2" destOrd="0" presId="urn:microsoft.com/office/officeart/2018/2/layout/IconVerticalSolidList"/>
    <dgm:cxn modelId="{5E7DA6D1-2E75-4387-87F2-B9CD62447ACF}" type="presParOf" srcId="{12B57E34-C324-498F-A2C7-8B2EA74BB209}" destId="{537A2AF1-90CA-4E1E-A8D1-DC8AAB82DDEB}" srcOrd="3" destOrd="0" presId="urn:microsoft.com/office/officeart/2018/2/layout/IconVerticalSolid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A6BBDFD1-DD71-453A-B524-29DF57B2BDC2}" type="doc">
      <dgm:prSet loTypeId="urn:microsoft.com/office/officeart/2005/8/layout/list1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263ED903-F03A-47AF-AAB8-4BDB020D6816}">
      <dgm:prSet phldrT="[Text]" phldr="0"/>
      <dgm:spPr/>
      <dgm:t>
        <a:bodyPr/>
        <a:lstStyle/>
        <a:p>
          <a:r>
            <a:rPr lang="en-US"/>
            <a:t>Seasonality</a:t>
          </a:r>
          <a:endParaRPr lang="en-US" dirty="0"/>
        </a:p>
      </dgm:t>
    </dgm:pt>
    <dgm:pt modelId="{F61A69EF-66E1-4EDB-AB29-9924167A8997}" type="parTrans" cxnId="{82C402BE-E8A4-4E6B-8C21-D587EAF40FDF}">
      <dgm:prSet/>
      <dgm:spPr/>
      <dgm:t>
        <a:bodyPr/>
        <a:lstStyle/>
        <a:p>
          <a:endParaRPr lang="en-US"/>
        </a:p>
      </dgm:t>
    </dgm:pt>
    <dgm:pt modelId="{FCAB172F-441B-4FDA-9C9C-36A8EF412A3E}" type="sibTrans" cxnId="{82C402BE-E8A4-4E6B-8C21-D587EAF40FDF}">
      <dgm:prSet/>
      <dgm:spPr/>
      <dgm:t>
        <a:bodyPr/>
        <a:lstStyle/>
        <a:p>
          <a:endParaRPr lang="en-US"/>
        </a:p>
      </dgm:t>
    </dgm:pt>
    <dgm:pt modelId="{BEACCE59-CD89-4CA2-995F-7CB17EB70563}">
      <dgm:prSet phldrT="[Text]" phldr="0"/>
      <dgm:spPr/>
      <dgm:t>
        <a:bodyPr/>
        <a:lstStyle/>
        <a:p>
          <a:r>
            <a:rPr lang="en-US" dirty="0"/>
            <a:t>Promotion</a:t>
          </a:r>
        </a:p>
      </dgm:t>
    </dgm:pt>
    <dgm:pt modelId="{526E399F-3168-4F37-9F97-616E7C854E13}" type="parTrans" cxnId="{8FDBBF28-8FFC-4945-93FE-6AE100581FAC}">
      <dgm:prSet/>
      <dgm:spPr/>
      <dgm:t>
        <a:bodyPr/>
        <a:lstStyle/>
        <a:p>
          <a:endParaRPr lang="en-US"/>
        </a:p>
      </dgm:t>
    </dgm:pt>
    <dgm:pt modelId="{47DBD2E5-3A95-40BC-BEEE-84C4A0C8DA36}" type="sibTrans" cxnId="{8FDBBF28-8FFC-4945-93FE-6AE100581FAC}">
      <dgm:prSet/>
      <dgm:spPr/>
      <dgm:t>
        <a:bodyPr/>
        <a:lstStyle/>
        <a:p>
          <a:endParaRPr lang="en-US"/>
        </a:p>
      </dgm:t>
    </dgm:pt>
    <dgm:pt modelId="{4C59AC3E-D526-46DD-9E14-324681D220E6}">
      <dgm:prSet/>
      <dgm:spPr/>
      <dgm:t>
        <a:bodyPr/>
        <a:lstStyle/>
        <a:p>
          <a:r>
            <a:rPr lang="en-US" dirty="0"/>
            <a:t>Q4 sales are 35-40% higher than Q1</a:t>
          </a:r>
        </a:p>
      </dgm:t>
    </dgm:pt>
    <dgm:pt modelId="{4B751FF0-A1FC-4D58-B563-CC5E2213CC08}" type="parTrans" cxnId="{9ECD759B-131F-4579-8118-CBCD4487E98E}">
      <dgm:prSet/>
      <dgm:spPr/>
      <dgm:t>
        <a:bodyPr/>
        <a:lstStyle/>
        <a:p>
          <a:endParaRPr lang="en-US"/>
        </a:p>
      </dgm:t>
    </dgm:pt>
    <dgm:pt modelId="{6E9EE5A0-4A7B-4202-BB6A-3CF4E936FE92}" type="sibTrans" cxnId="{9ECD759B-131F-4579-8118-CBCD4487E98E}">
      <dgm:prSet/>
      <dgm:spPr/>
      <dgm:t>
        <a:bodyPr/>
        <a:lstStyle/>
        <a:p>
          <a:endParaRPr lang="en-US"/>
        </a:p>
      </dgm:t>
    </dgm:pt>
    <dgm:pt modelId="{EE862042-38E5-44C6-A878-67EE470F855D}">
      <dgm:prSet/>
      <dgm:spPr/>
      <dgm:t>
        <a:bodyPr/>
        <a:lstStyle/>
        <a:p>
          <a:r>
            <a:rPr lang="en-US" dirty="0"/>
            <a:t>Holiday Impact</a:t>
          </a:r>
        </a:p>
      </dgm:t>
    </dgm:pt>
    <dgm:pt modelId="{4105723A-5DEA-4A84-9208-93DE8E458703}" type="parTrans" cxnId="{6870C2F8-E17B-4723-B5CD-3977907FB2D9}">
      <dgm:prSet/>
      <dgm:spPr/>
      <dgm:t>
        <a:bodyPr/>
        <a:lstStyle/>
        <a:p>
          <a:endParaRPr lang="en-US"/>
        </a:p>
      </dgm:t>
    </dgm:pt>
    <dgm:pt modelId="{59BEB05F-2348-4C2C-8190-76106C3F966D}" type="sibTrans" cxnId="{6870C2F8-E17B-4723-B5CD-3977907FB2D9}">
      <dgm:prSet/>
      <dgm:spPr/>
      <dgm:t>
        <a:bodyPr/>
        <a:lstStyle/>
        <a:p>
          <a:endParaRPr lang="en-US"/>
        </a:p>
      </dgm:t>
    </dgm:pt>
    <dgm:pt modelId="{46BD9736-AAEE-42EF-93D8-D3B5D3D136C0}">
      <dgm:prSet/>
      <dgm:spPr/>
      <dgm:t>
        <a:bodyPr/>
        <a:lstStyle/>
        <a:p>
          <a:r>
            <a:rPr lang="en-US" dirty="0"/>
            <a:t>Sales are +7.13% higher on average during holiday weeks.</a:t>
          </a:r>
        </a:p>
      </dgm:t>
    </dgm:pt>
    <dgm:pt modelId="{07B51E5E-D963-4C48-9F5E-DCC694388B20}" type="parTrans" cxnId="{4BEF524D-9936-4062-9013-AAC104745670}">
      <dgm:prSet/>
      <dgm:spPr/>
      <dgm:t>
        <a:bodyPr/>
        <a:lstStyle/>
        <a:p>
          <a:endParaRPr lang="en-US"/>
        </a:p>
      </dgm:t>
    </dgm:pt>
    <dgm:pt modelId="{E003FDB7-F486-4C20-8475-A566F64D8A3D}" type="sibTrans" cxnId="{4BEF524D-9936-4062-9013-AAC104745670}">
      <dgm:prSet/>
      <dgm:spPr/>
      <dgm:t>
        <a:bodyPr/>
        <a:lstStyle/>
        <a:p>
          <a:endParaRPr lang="en-US"/>
        </a:p>
      </dgm:t>
    </dgm:pt>
    <dgm:pt modelId="{A7CF5E6A-E27C-4D32-AB74-B728E4213617}">
      <dgm:prSet/>
      <dgm:spPr/>
      <dgm:t>
        <a:bodyPr/>
        <a:lstStyle/>
        <a:p>
          <a:r>
            <a:rPr lang="en-US" dirty="0"/>
            <a:t>Markdown effects are highly variable and key to prediction</a:t>
          </a:r>
        </a:p>
      </dgm:t>
    </dgm:pt>
    <dgm:pt modelId="{6D4E5EEA-D9CD-4A4B-8BF4-0C11FBB7FE47}" type="parTrans" cxnId="{95A0F12C-DBD1-4B47-A270-E56956B4E67B}">
      <dgm:prSet/>
      <dgm:spPr/>
      <dgm:t>
        <a:bodyPr/>
        <a:lstStyle/>
        <a:p>
          <a:endParaRPr lang="en-US"/>
        </a:p>
      </dgm:t>
    </dgm:pt>
    <dgm:pt modelId="{141513AD-3C94-4EBD-9AB0-DBD5D47C4BCC}" type="sibTrans" cxnId="{95A0F12C-DBD1-4B47-A270-E56956B4E67B}">
      <dgm:prSet/>
      <dgm:spPr/>
      <dgm:t>
        <a:bodyPr/>
        <a:lstStyle/>
        <a:p>
          <a:endParaRPr lang="en-US"/>
        </a:p>
      </dgm:t>
    </dgm:pt>
    <dgm:pt modelId="{2A2088F7-CEAA-4C54-A5FC-6290BFDCE0CE}" type="pres">
      <dgm:prSet presAssocID="{A6BBDFD1-DD71-453A-B524-29DF57B2BDC2}" presName="linear" presStyleCnt="0">
        <dgm:presLayoutVars>
          <dgm:dir/>
          <dgm:animLvl val="lvl"/>
          <dgm:resizeHandles val="exact"/>
        </dgm:presLayoutVars>
      </dgm:prSet>
      <dgm:spPr/>
    </dgm:pt>
    <dgm:pt modelId="{294BBDAD-FA46-4495-87CA-358D64F10061}" type="pres">
      <dgm:prSet presAssocID="{263ED903-F03A-47AF-AAB8-4BDB020D6816}" presName="parentLin" presStyleCnt="0"/>
      <dgm:spPr/>
    </dgm:pt>
    <dgm:pt modelId="{21EE4514-1E84-417C-A6CA-A7D3985A5E10}" type="pres">
      <dgm:prSet presAssocID="{263ED903-F03A-47AF-AAB8-4BDB020D6816}" presName="parentLeftMargin" presStyleLbl="node1" presStyleIdx="0" presStyleCnt="3"/>
      <dgm:spPr/>
    </dgm:pt>
    <dgm:pt modelId="{C13EE8AE-65C1-47CD-8DD0-D4FB112D5736}" type="pres">
      <dgm:prSet presAssocID="{263ED903-F03A-47AF-AAB8-4BDB020D6816}" presName="parentText" presStyleLbl="node1" presStyleIdx="0" presStyleCnt="3">
        <dgm:presLayoutVars>
          <dgm:chMax val="0"/>
          <dgm:bulletEnabled val="1"/>
        </dgm:presLayoutVars>
      </dgm:prSet>
      <dgm:spPr/>
    </dgm:pt>
    <dgm:pt modelId="{92208434-FE41-426B-9988-7A646E8A671F}" type="pres">
      <dgm:prSet presAssocID="{263ED903-F03A-47AF-AAB8-4BDB020D6816}" presName="negativeSpace" presStyleCnt="0"/>
      <dgm:spPr/>
    </dgm:pt>
    <dgm:pt modelId="{C0EC219D-F845-4AAF-9D33-893737251535}" type="pres">
      <dgm:prSet presAssocID="{263ED903-F03A-47AF-AAB8-4BDB020D6816}" presName="childText" presStyleLbl="conFgAcc1" presStyleIdx="0" presStyleCnt="3">
        <dgm:presLayoutVars>
          <dgm:bulletEnabled val="1"/>
        </dgm:presLayoutVars>
      </dgm:prSet>
      <dgm:spPr/>
    </dgm:pt>
    <dgm:pt modelId="{AAE2BE4D-6C35-4F69-8C84-7AFDEC12A2B0}" type="pres">
      <dgm:prSet presAssocID="{FCAB172F-441B-4FDA-9C9C-36A8EF412A3E}" presName="spaceBetweenRectangles" presStyleCnt="0"/>
      <dgm:spPr/>
    </dgm:pt>
    <dgm:pt modelId="{345DE3CB-440B-4E87-B8B5-B0ABCE4DACE9}" type="pres">
      <dgm:prSet presAssocID="{EE862042-38E5-44C6-A878-67EE470F855D}" presName="parentLin" presStyleCnt="0"/>
      <dgm:spPr/>
    </dgm:pt>
    <dgm:pt modelId="{759ABA6E-BDBF-4173-9770-F35B4C1AD629}" type="pres">
      <dgm:prSet presAssocID="{EE862042-38E5-44C6-A878-67EE470F855D}" presName="parentLeftMargin" presStyleLbl="node1" presStyleIdx="0" presStyleCnt="3"/>
      <dgm:spPr/>
    </dgm:pt>
    <dgm:pt modelId="{A6AC158D-E560-4021-839E-CBD2E60B44F7}" type="pres">
      <dgm:prSet presAssocID="{EE862042-38E5-44C6-A878-67EE470F855D}" presName="parentText" presStyleLbl="node1" presStyleIdx="1" presStyleCnt="3">
        <dgm:presLayoutVars>
          <dgm:chMax val="0"/>
          <dgm:bulletEnabled val="1"/>
        </dgm:presLayoutVars>
      </dgm:prSet>
      <dgm:spPr/>
    </dgm:pt>
    <dgm:pt modelId="{46015C93-8837-48C0-AD75-A1627A4B85C0}" type="pres">
      <dgm:prSet presAssocID="{EE862042-38E5-44C6-A878-67EE470F855D}" presName="negativeSpace" presStyleCnt="0"/>
      <dgm:spPr/>
    </dgm:pt>
    <dgm:pt modelId="{1DA9E77E-C7B9-4DF1-8CA8-514B8B0FE424}" type="pres">
      <dgm:prSet presAssocID="{EE862042-38E5-44C6-A878-67EE470F855D}" presName="childText" presStyleLbl="conFgAcc1" presStyleIdx="1" presStyleCnt="3">
        <dgm:presLayoutVars>
          <dgm:bulletEnabled val="1"/>
        </dgm:presLayoutVars>
      </dgm:prSet>
      <dgm:spPr/>
    </dgm:pt>
    <dgm:pt modelId="{6C1561A6-E82F-4543-930D-C7EA83ADBD7D}" type="pres">
      <dgm:prSet presAssocID="{59BEB05F-2348-4C2C-8190-76106C3F966D}" presName="spaceBetweenRectangles" presStyleCnt="0"/>
      <dgm:spPr/>
    </dgm:pt>
    <dgm:pt modelId="{95986BB1-29DE-49FD-B1B1-A894DC04D275}" type="pres">
      <dgm:prSet presAssocID="{BEACCE59-CD89-4CA2-995F-7CB17EB70563}" presName="parentLin" presStyleCnt="0"/>
      <dgm:spPr/>
    </dgm:pt>
    <dgm:pt modelId="{15AE4BFE-AFE5-421D-805E-B547DE3B348F}" type="pres">
      <dgm:prSet presAssocID="{BEACCE59-CD89-4CA2-995F-7CB17EB70563}" presName="parentLeftMargin" presStyleLbl="node1" presStyleIdx="1" presStyleCnt="3"/>
      <dgm:spPr/>
    </dgm:pt>
    <dgm:pt modelId="{E6F04D9D-EB92-44AE-95F8-92686F444358}" type="pres">
      <dgm:prSet presAssocID="{BEACCE59-CD89-4CA2-995F-7CB17EB70563}" presName="parentText" presStyleLbl="node1" presStyleIdx="2" presStyleCnt="3">
        <dgm:presLayoutVars>
          <dgm:chMax val="0"/>
          <dgm:bulletEnabled val="1"/>
        </dgm:presLayoutVars>
      </dgm:prSet>
      <dgm:spPr/>
    </dgm:pt>
    <dgm:pt modelId="{37936901-43A1-49CD-937C-D4759BECDF8D}" type="pres">
      <dgm:prSet presAssocID="{BEACCE59-CD89-4CA2-995F-7CB17EB70563}" presName="negativeSpace" presStyleCnt="0"/>
      <dgm:spPr/>
    </dgm:pt>
    <dgm:pt modelId="{B73C5A14-2026-4BDB-8119-5C30F6457866}" type="pres">
      <dgm:prSet presAssocID="{BEACCE59-CD89-4CA2-995F-7CB17EB70563}" presName="childText" presStyleLbl="conFgAcc1" presStyleIdx="2" presStyleCnt="3">
        <dgm:presLayoutVars>
          <dgm:bulletEnabled val="1"/>
        </dgm:presLayoutVars>
      </dgm:prSet>
      <dgm:spPr/>
    </dgm:pt>
  </dgm:ptLst>
  <dgm:cxnLst>
    <dgm:cxn modelId="{8FDBBF28-8FFC-4945-93FE-6AE100581FAC}" srcId="{A6BBDFD1-DD71-453A-B524-29DF57B2BDC2}" destId="{BEACCE59-CD89-4CA2-995F-7CB17EB70563}" srcOrd="2" destOrd="0" parTransId="{526E399F-3168-4F37-9F97-616E7C854E13}" sibTransId="{47DBD2E5-3A95-40BC-BEEE-84C4A0C8DA36}"/>
    <dgm:cxn modelId="{DBA2AD2B-6328-4E9A-B758-93E9EB1F35AA}" type="presOf" srcId="{EE862042-38E5-44C6-A878-67EE470F855D}" destId="{A6AC158D-E560-4021-839E-CBD2E60B44F7}" srcOrd="1" destOrd="0" presId="urn:microsoft.com/office/officeart/2005/8/layout/list1"/>
    <dgm:cxn modelId="{95A0F12C-DBD1-4B47-A270-E56956B4E67B}" srcId="{BEACCE59-CD89-4CA2-995F-7CB17EB70563}" destId="{A7CF5E6A-E27C-4D32-AB74-B728E4213617}" srcOrd="0" destOrd="0" parTransId="{6D4E5EEA-D9CD-4A4B-8BF4-0C11FBB7FE47}" sibTransId="{141513AD-3C94-4EBD-9AB0-DBD5D47C4BCC}"/>
    <dgm:cxn modelId="{47D31B30-9168-4934-ADDE-788447D42046}" type="presOf" srcId="{263ED903-F03A-47AF-AAB8-4BDB020D6816}" destId="{C13EE8AE-65C1-47CD-8DD0-D4FB112D5736}" srcOrd="1" destOrd="0" presId="urn:microsoft.com/office/officeart/2005/8/layout/list1"/>
    <dgm:cxn modelId="{A0B7B260-7FA7-47F6-9C83-5CA38E782785}" type="presOf" srcId="{46BD9736-AAEE-42EF-93D8-D3B5D3D136C0}" destId="{1DA9E77E-C7B9-4DF1-8CA8-514B8B0FE424}" srcOrd="0" destOrd="0" presId="urn:microsoft.com/office/officeart/2005/8/layout/list1"/>
    <dgm:cxn modelId="{4BEF524D-9936-4062-9013-AAC104745670}" srcId="{EE862042-38E5-44C6-A878-67EE470F855D}" destId="{46BD9736-AAEE-42EF-93D8-D3B5D3D136C0}" srcOrd="0" destOrd="0" parTransId="{07B51E5E-D963-4C48-9F5E-DCC694388B20}" sibTransId="{E003FDB7-F486-4C20-8475-A566F64D8A3D}"/>
    <dgm:cxn modelId="{76C77456-7CD8-4BBB-BF93-FA62DC1497D2}" type="presOf" srcId="{4C59AC3E-D526-46DD-9E14-324681D220E6}" destId="{C0EC219D-F845-4AAF-9D33-893737251535}" srcOrd="0" destOrd="0" presId="urn:microsoft.com/office/officeart/2005/8/layout/list1"/>
    <dgm:cxn modelId="{58F77E7B-666C-4AB6-86D7-D3B09DA7438A}" type="presOf" srcId="{A6BBDFD1-DD71-453A-B524-29DF57B2BDC2}" destId="{2A2088F7-CEAA-4C54-A5FC-6290BFDCE0CE}" srcOrd="0" destOrd="0" presId="urn:microsoft.com/office/officeart/2005/8/layout/list1"/>
    <dgm:cxn modelId="{C55F8184-9B97-4369-8882-9F89EE9778C3}" type="presOf" srcId="{EE862042-38E5-44C6-A878-67EE470F855D}" destId="{759ABA6E-BDBF-4173-9770-F35B4C1AD629}" srcOrd="0" destOrd="0" presId="urn:microsoft.com/office/officeart/2005/8/layout/list1"/>
    <dgm:cxn modelId="{ED3C9085-9819-4004-9953-95EC5CECFEF5}" type="presOf" srcId="{263ED903-F03A-47AF-AAB8-4BDB020D6816}" destId="{21EE4514-1E84-417C-A6CA-A7D3985A5E10}" srcOrd="0" destOrd="0" presId="urn:microsoft.com/office/officeart/2005/8/layout/list1"/>
    <dgm:cxn modelId="{9ECD759B-131F-4579-8118-CBCD4487E98E}" srcId="{263ED903-F03A-47AF-AAB8-4BDB020D6816}" destId="{4C59AC3E-D526-46DD-9E14-324681D220E6}" srcOrd="0" destOrd="0" parTransId="{4B751FF0-A1FC-4D58-B563-CC5E2213CC08}" sibTransId="{6E9EE5A0-4A7B-4202-BB6A-3CF4E936FE92}"/>
    <dgm:cxn modelId="{7C3353B3-8566-4E63-9D33-527D2DF01D97}" type="presOf" srcId="{BEACCE59-CD89-4CA2-995F-7CB17EB70563}" destId="{E6F04D9D-EB92-44AE-95F8-92686F444358}" srcOrd="1" destOrd="0" presId="urn:microsoft.com/office/officeart/2005/8/layout/list1"/>
    <dgm:cxn modelId="{CBF34DB4-7830-41DC-AC3F-A90D11A1E608}" type="presOf" srcId="{A7CF5E6A-E27C-4D32-AB74-B728E4213617}" destId="{B73C5A14-2026-4BDB-8119-5C30F6457866}" srcOrd="0" destOrd="0" presId="urn:microsoft.com/office/officeart/2005/8/layout/list1"/>
    <dgm:cxn modelId="{82C402BE-E8A4-4E6B-8C21-D587EAF40FDF}" srcId="{A6BBDFD1-DD71-453A-B524-29DF57B2BDC2}" destId="{263ED903-F03A-47AF-AAB8-4BDB020D6816}" srcOrd="0" destOrd="0" parTransId="{F61A69EF-66E1-4EDB-AB29-9924167A8997}" sibTransId="{FCAB172F-441B-4FDA-9C9C-36A8EF412A3E}"/>
    <dgm:cxn modelId="{149780DC-7DA5-47D0-9FED-363744009697}" type="presOf" srcId="{BEACCE59-CD89-4CA2-995F-7CB17EB70563}" destId="{15AE4BFE-AFE5-421D-805E-B547DE3B348F}" srcOrd="0" destOrd="0" presId="urn:microsoft.com/office/officeart/2005/8/layout/list1"/>
    <dgm:cxn modelId="{6870C2F8-E17B-4723-B5CD-3977907FB2D9}" srcId="{A6BBDFD1-DD71-453A-B524-29DF57B2BDC2}" destId="{EE862042-38E5-44C6-A878-67EE470F855D}" srcOrd="1" destOrd="0" parTransId="{4105723A-5DEA-4A84-9208-93DE8E458703}" sibTransId="{59BEB05F-2348-4C2C-8190-76106C3F966D}"/>
    <dgm:cxn modelId="{A632E342-4155-4646-B998-F4CACDFAF92A}" type="presParOf" srcId="{2A2088F7-CEAA-4C54-A5FC-6290BFDCE0CE}" destId="{294BBDAD-FA46-4495-87CA-358D64F10061}" srcOrd="0" destOrd="0" presId="urn:microsoft.com/office/officeart/2005/8/layout/list1"/>
    <dgm:cxn modelId="{2E1B2EF9-0111-453A-8CD7-1E7412943328}" type="presParOf" srcId="{294BBDAD-FA46-4495-87CA-358D64F10061}" destId="{21EE4514-1E84-417C-A6CA-A7D3985A5E10}" srcOrd="0" destOrd="0" presId="urn:microsoft.com/office/officeart/2005/8/layout/list1"/>
    <dgm:cxn modelId="{5AC5BD99-E9A4-4A33-BF73-514924D73EC6}" type="presParOf" srcId="{294BBDAD-FA46-4495-87CA-358D64F10061}" destId="{C13EE8AE-65C1-47CD-8DD0-D4FB112D5736}" srcOrd="1" destOrd="0" presId="urn:microsoft.com/office/officeart/2005/8/layout/list1"/>
    <dgm:cxn modelId="{6264D5BB-66C3-42F2-963F-8690A445342F}" type="presParOf" srcId="{2A2088F7-CEAA-4C54-A5FC-6290BFDCE0CE}" destId="{92208434-FE41-426B-9988-7A646E8A671F}" srcOrd="1" destOrd="0" presId="urn:microsoft.com/office/officeart/2005/8/layout/list1"/>
    <dgm:cxn modelId="{50193BF5-5F9D-4B4F-B570-B77696B331D4}" type="presParOf" srcId="{2A2088F7-CEAA-4C54-A5FC-6290BFDCE0CE}" destId="{C0EC219D-F845-4AAF-9D33-893737251535}" srcOrd="2" destOrd="0" presId="urn:microsoft.com/office/officeart/2005/8/layout/list1"/>
    <dgm:cxn modelId="{88B3896D-47EA-4B4B-A073-2CE68BCDA098}" type="presParOf" srcId="{2A2088F7-CEAA-4C54-A5FC-6290BFDCE0CE}" destId="{AAE2BE4D-6C35-4F69-8C84-7AFDEC12A2B0}" srcOrd="3" destOrd="0" presId="urn:microsoft.com/office/officeart/2005/8/layout/list1"/>
    <dgm:cxn modelId="{20200D29-C59F-41B8-8951-73E1582B44B9}" type="presParOf" srcId="{2A2088F7-CEAA-4C54-A5FC-6290BFDCE0CE}" destId="{345DE3CB-440B-4E87-B8B5-B0ABCE4DACE9}" srcOrd="4" destOrd="0" presId="urn:microsoft.com/office/officeart/2005/8/layout/list1"/>
    <dgm:cxn modelId="{2A61E8E7-33FB-4D97-8256-0E296E4DDA6B}" type="presParOf" srcId="{345DE3CB-440B-4E87-B8B5-B0ABCE4DACE9}" destId="{759ABA6E-BDBF-4173-9770-F35B4C1AD629}" srcOrd="0" destOrd="0" presId="urn:microsoft.com/office/officeart/2005/8/layout/list1"/>
    <dgm:cxn modelId="{4B3A7598-612E-45ED-BCFA-7AC8CB162DF4}" type="presParOf" srcId="{345DE3CB-440B-4E87-B8B5-B0ABCE4DACE9}" destId="{A6AC158D-E560-4021-839E-CBD2E60B44F7}" srcOrd="1" destOrd="0" presId="urn:microsoft.com/office/officeart/2005/8/layout/list1"/>
    <dgm:cxn modelId="{6D3E6E67-917C-49B0-96EF-C202E1D06C91}" type="presParOf" srcId="{2A2088F7-CEAA-4C54-A5FC-6290BFDCE0CE}" destId="{46015C93-8837-48C0-AD75-A1627A4B85C0}" srcOrd="5" destOrd="0" presId="urn:microsoft.com/office/officeart/2005/8/layout/list1"/>
    <dgm:cxn modelId="{F56E719E-5EFD-40D0-B887-A85B2BB73D23}" type="presParOf" srcId="{2A2088F7-CEAA-4C54-A5FC-6290BFDCE0CE}" destId="{1DA9E77E-C7B9-4DF1-8CA8-514B8B0FE424}" srcOrd="6" destOrd="0" presId="urn:microsoft.com/office/officeart/2005/8/layout/list1"/>
    <dgm:cxn modelId="{FF0D517A-7DC6-4493-B3D1-8BF8FCAB81C0}" type="presParOf" srcId="{2A2088F7-CEAA-4C54-A5FC-6290BFDCE0CE}" destId="{6C1561A6-E82F-4543-930D-C7EA83ADBD7D}" srcOrd="7" destOrd="0" presId="urn:microsoft.com/office/officeart/2005/8/layout/list1"/>
    <dgm:cxn modelId="{6A887C7E-21A0-4056-8E95-652F486D8B0A}" type="presParOf" srcId="{2A2088F7-CEAA-4C54-A5FC-6290BFDCE0CE}" destId="{95986BB1-29DE-49FD-B1B1-A894DC04D275}" srcOrd="8" destOrd="0" presId="urn:microsoft.com/office/officeart/2005/8/layout/list1"/>
    <dgm:cxn modelId="{4B3074BA-C801-4AF1-A7C6-882BC149A9E6}" type="presParOf" srcId="{95986BB1-29DE-49FD-B1B1-A894DC04D275}" destId="{15AE4BFE-AFE5-421D-805E-B547DE3B348F}" srcOrd="0" destOrd="0" presId="urn:microsoft.com/office/officeart/2005/8/layout/list1"/>
    <dgm:cxn modelId="{B45F4A98-7BA4-4EB2-B426-136044FADD6D}" type="presParOf" srcId="{95986BB1-29DE-49FD-B1B1-A894DC04D275}" destId="{E6F04D9D-EB92-44AE-95F8-92686F444358}" srcOrd="1" destOrd="0" presId="urn:microsoft.com/office/officeart/2005/8/layout/list1"/>
    <dgm:cxn modelId="{83F2C8B3-27EA-4796-A30C-E7DE91D69CBA}" type="presParOf" srcId="{2A2088F7-CEAA-4C54-A5FC-6290BFDCE0CE}" destId="{37936901-43A1-49CD-937C-D4759BECDF8D}" srcOrd="9" destOrd="0" presId="urn:microsoft.com/office/officeart/2005/8/layout/list1"/>
    <dgm:cxn modelId="{78D33519-6AB4-4C82-9765-16385AF99CCE}" type="presParOf" srcId="{2A2088F7-CEAA-4C54-A5FC-6290BFDCE0CE}" destId="{B73C5A14-2026-4BDB-8119-5C30F6457866}" srcOrd="10" destOrd="0" presId="urn:microsoft.com/office/officeart/2005/8/layout/list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4B4BE24C-B71E-4DC2-AE4E-4A5E94608FDF}" type="doc">
      <dgm:prSet loTypeId="urn:microsoft.com/office/officeart/2005/8/layout/vList6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1F8B7B34-BE95-473D-86B5-9AC863846455}">
      <dgm:prSet phldrT="[Text]" phldr="0"/>
      <dgm:spPr/>
      <dgm:t>
        <a:bodyPr/>
        <a:lstStyle/>
        <a:p>
          <a:r>
            <a:rPr lang="en-US" dirty="0"/>
            <a:t>Model Tested</a:t>
          </a:r>
        </a:p>
      </dgm:t>
    </dgm:pt>
    <dgm:pt modelId="{AF1703FB-2EE1-4946-81DE-1F8D4B7D71DC}" type="parTrans" cxnId="{7D0F935F-89AF-4B4F-8C64-9178B0B9B841}">
      <dgm:prSet/>
      <dgm:spPr/>
      <dgm:t>
        <a:bodyPr/>
        <a:lstStyle/>
        <a:p>
          <a:endParaRPr lang="en-US"/>
        </a:p>
      </dgm:t>
    </dgm:pt>
    <dgm:pt modelId="{6B6B7F94-4C9C-4B73-B0D1-03776DA6FB11}" type="sibTrans" cxnId="{7D0F935F-89AF-4B4F-8C64-9178B0B9B841}">
      <dgm:prSet/>
      <dgm:spPr/>
      <dgm:t>
        <a:bodyPr/>
        <a:lstStyle/>
        <a:p>
          <a:endParaRPr lang="en-US"/>
        </a:p>
      </dgm:t>
    </dgm:pt>
    <dgm:pt modelId="{CA19E948-4B29-4151-90FB-DDF21D708E39}">
      <dgm:prSet phldrT="[Text]" phldr="0"/>
      <dgm:spPr/>
      <dgm:t>
        <a:bodyPr/>
        <a:lstStyle/>
        <a:p>
          <a:r>
            <a:rPr lang="en-US" dirty="0"/>
            <a:t>Random Forest, </a:t>
          </a:r>
          <a:r>
            <a:rPr lang="en-US" dirty="0" err="1"/>
            <a:t>XGBoost</a:t>
          </a:r>
          <a:r>
            <a:rPr lang="en-US" dirty="0"/>
            <a:t>, </a:t>
          </a:r>
          <a:r>
            <a:rPr lang="en-US" dirty="0" err="1"/>
            <a:t>LightGBM</a:t>
          </a:r>
          <a:r>
            <a:rPr lang="en-US" dirty="0"/>
            <a:t>.</a:t>
          </a:r>
        </a:p>
      </dgm:t>
    </dgm:pt>
    <dgm:pt modelId="{E9EA6ED7-CDF5-4353-81CA-3A224DFA0CE0}" type="parTrans" cxnId="{E2A43D28-B434-4943-9757-A7D79F6BA718}">
      <dgm:prSet/>
      <dgm:spPr/>
      <dgm:t>
        <a:bodyPr/>
        <a:lstStyle/>
        <a:p>
          <a:endParaRPr lang="en-US"/>
        </a:p>
      </dgm:t>
    </dgm:pt>
    <dgm:pt modelId="{A8196BAC-2B86-4E39-8F97-83C6A92B966C}" type="sibTrans" cxnId="{E2A43D28-B434-4943-9757-A7D79F6BA718}">
      <dgm:prSet/>
      <dgm:spPr/>
      <dgm:t>
        <a:bodyPr/>
        <a:lstStyle/>
        <a:p>
          <a:endParaRPr lang="en-US"/>
        </a:p>
      </dgm:t>
    </dgm:pt>
    <dgm:pt modelId="{A245D7F3-AEAE-462C-8472-9ED00C1F9948}">
      <dgm:prSet phldrT="[Text]" phldr="0"/>
      <dgm:spPr/>
      <dgm:t>
        <a:bodyPr/>
        <a:lstStyle/>
        <a:p>
          <a:r>
            <a:rPr lang="en-US" dirty="0"/>
            <a:t>Champion</a:t>
          </a:r>
        </a:p>
      </dgm:t>
    </dgm:pt>
    <dgm:pt modelId="{2B69A4A5-5307-4409-90C6-7C4490603BAD}" type="parTrans" cxnId="{37E6C6C5-0B26-4F36-B510-10AF720826B0}">
      <dgm:prSet/>
      <dgm:spPr/>
      <dgm:t>
        <a:bodyPr/>
        <a:lstStyle/>
        <a:p>
          <a:endParaRPr lang="en-US"/>
        </a:p>
      </dgm:t>
    </dgm:pt>
    <dgm:pt modelId="{09E86576-1B2D-4716-A4E1-691F5E3A2FF6}" type="sibTrans" cxnId="{37E6C6C5-0B26-4F36-B510-10AF720826B0}">
      <dgm:prSet/>
      <dgm:spPr/>
      <dgm:t>
        <a:bodyPr/>
        <a:lstStyle/>
        <a:p>
          <a:endParaRPr lang="en-US"/>
        </a:p>
      </dgm:t>
    </dgm:pt>
    <dgm:pt modelId="{8D64AED9-EFFB-48B9-8C19-37ABFBAF6F31}">
      <dgm:prSet phldrT="[Text]" phldr="0"/>
      <dgm:spPr/>
      <dgm:t>
        <a:bodyPr/>
        <a:lstStyle/>
        <a:p>
          <a:r>
            <a:rPr lang="en-US" dirty="0"/>
            <a:t>Random Forest Regressor.</a:t>
          </a:r>
        </a:p>
      </dgm:t>
    </dgm:pt>
    <dgm:pt modelId="{0C687BB2-AC9A-4863-96C1-9943E3BCF453}" type="parTrans" cxnId="{30B6CBA2-8B2F-42AB-A20C-EEBBC5CB6889}">
      <dgm:prSet/>
      <dgm:spPr/>
      <dgm:t>
        <a:bodyPr/>
        <a:lstStyle/>
        <a:p>
          <a:endParaRPr lang="en-US"/>
        </a:p>
      </dgm:t>
    </dgm:pt>
    <dgm:pt modelId="{5EF07BF7-EA2D-4A35-B6BC-9E4110502698}" type="sibTrans" cxnId="{30B6CBA2-8B2F-42AB-A20C-EEBBC5CB6889}">
      <dgm:prSet/>
      <dgm:spPr/>
      <dgm:t>
        <a:bodyPr/>
        <a:lstStyle/>
        <a:p>
          <a:endParaRPr lang="en-US"/>
        </a:p>
      </dgm:t>
    </dgm:pt>
    <dgm:pt modelId="{98DA07A5-A311-4102-8E3E-712E464A3955}">
      <dgm:prSet phldrT="[Text]" phldr="0"/>
      <dgm:spPr/>
      <dgm:t>
        <a:bodyPr/>
        <a:lstStyle/>
        <a:p>
          <a:r>
            <a:rPr lang="en-US" dirty="0"/>
            <a:t>Key </a:t>
          </a:r>
          <a:r>
            <a:rPr lang="en-US" dirty="0" err="1"/>
            <a:t>Matrics</a:t>
          </a:r>
          <a:endParaRPr lang="en-US" dirty="0"/>
        </a:p>
      </dgm:t>
    </dgm:pt>
    <dgm:pt modelId="{E6E1DF55-4B12-4623-97EA-627BDB4F2D8F}" type="parTrans" cxnId="{9AA14A23-67F3-4DC5-842E-3C8F00C6F5EB}">
      <dgm:prSet/>
      <dgm:spPr/>
      <dgm:t>
        <a:bodyPr/>
        <a:lstStyle/>
        <a:p>
          <a:endParaRPr lang="en-US"/>
        </a:p>
      </dgm:t>
    </dgm:pt>
    <dgm:pt modelId="{0BFDF891-A5AC-4DDD-991A-A053E261F08D}" type="sibTrans" cxnId="{9AA14A23-67F3-4DC5-842E-3C8F00C6F5EB}">
      <dgm:prSet/>
      <dgm:spPr/>
      <dgm:t>
        <a:bodyPr/>
        <a:lstStyle/>
        <a:p>
          <a:endParaRPr lang="en-US"/>
        </a:p>
      </dgm:t>
    </dgm:pt>
    <mc:AlternateContent xmlns:mc="http://schemas.openxmlformats.org/markup-compatibility/2006" xmlns:a14="http://schemas.microsoft.com/office/drawing/2010/main">
      <mc:Choice Requires="a14">
        <dgm:pt modelId="{CCD49719-985D-464D-AD65-69F966A255A9}">
          <dgm:prSet phldrT="[Text]"/>
          <dgm:spPr/>
          <dgm:t>
            <a:bodyPr/>
            <a:lstStyle/>
            <a:p>
              <a:pPr/>
              <a14:m>
                <m:oMathPara xmlns:m="http://schemas.openxmlformats.org/officeDocument/2006/math">
                  <m:oMathParaPr>
                    <m:jc m:val="centerGroup"/>
                  </m:oMathParaPr>
                  <m:oMath xmlns:m="http://schemas.openxmlformats.org/officeDocument/2006/math"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0.9996</m:t>
                        </m:r>
                      </m:num>
                      <m:den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𝑀𝐴𝐸</m:t>
                        </m:r>
                      </m:den>
                    </m:f>
                    <m:r>
                      <a:rPr lang="en-US" b="0" i="1" smtClean="0">
                        <a:latin typeface="Cambria Math" panose="02040503050406030204" pitchFamily="18" charset="0"/>
                      </a:rPr>
                      <m:t>=$106.77</m:t>
                    </m:r>
                  </m:oMath>
                </m:oMathPara>
              </a14:m>
              <a:endParaRPr lang="en-US" b="0" dirty="0"/>
            </a:p>
          </dgm:t>
        </dgm:pt>
      </mc:Choice>
      <mc:Fallback xmlns="">
        <dgm:pt modelId="{CCD49719-985D-464D-AD65-69F966A255A9}">
          <dgm:prSet phldrT="[Text]"/>
          <dgm:spPr/>
          <dgm:t>
            <a:bodyPr/>
            <a:lstStyle/>
            <a:p>
              <a:r>
                <a:rPr lang="en-US" b="0" i="0">
                  <a:latin typeface="Cambria Math" panose="02040503050406030204" pitchFamily="18" charset="0"/>
                </a:rPr>
                <a:t>𝑅^2=0.9996/𝑀𝐴𝐸=$106.77</a:t>
              </a:r>
              <a:endParaRPr lang="en-US" b="0" dirty="0"/>
            </a:p>
          </dgm:t>
        </dgm:pt>
      </mc:Fallback>
    </mc:AlternateContent>
    <dgm:pt modelId="{A078D610-9307-4672-8696-14F15CEEC1FC}" type="parTrans" cxnId="{6D21F404-8963-411B-918C-3C251FE189B3}">
      <dgm:prSet/>
      <dgm:spPr/>
      <dgm:t>
        <a:bodyPr/>
        <a:lstStyle/>
        <a:p>
          <a:endParaRPr lang="en-US"/>
        </a:p>
      </dgm:t>
    </dgm:pt>
    <dgm:pt modelId="{7F5682CF-8F3C-4DA5-8609-94745DB6229F}" type="sibTrans" cxnId="{6D21F404-8963-411B-918C-3C251FE189B3}">
      <dgm:prSet/>
      <dgm:spPr/>
      <dgm:t>
        <a:bodyPr/>
        <a:lstStyle/>
        <a:p>
          <a:endParaRPr lang="en-US"/>
        </a:p>
      </dgm:t>
    </dgm:pt>
    <dgm:pt modelId="{83D6868B-C9D6-470F-A4EE-A9A6123A18A6}">
      <dgm:prSet phldrT="[Text]" phldr="0"/>
      <dgm:spPr/>
      <dgm:t>
        <a:bodyPr/>
        <a:lstStyle/>
        <a:p>
          <a:r>
            <a:rPr lang="en-US" dirty="0"/>
            <a:t>Why it Works</a:t>
          </a:r>
        </a:p>
      </dgm:t>
    </dgm:pt>
    <dgm:pt modelId="{05A36CA4-524B-4C62-B1CB-C2F4EBFB1481}" type="parTrans" cxnId="{FEF00C20-D4D0-4E7F-AB17-D52941271387}">
      <dgm:prSet/>
      <dgm:spPr/>
      <dgm:t>
        <a:bodyPr/>
        <a:lstStyle/>
        <a:p>
          <a:endParaRPr lang="en-US"/>
        </a:p>
      </dgm:t>
    </dgm:pt>
    <dgm:pt modelId="{BDA2C0C1-CC7D-4ABE-B565-0EAAA5C4FF78}" type="sibTrans" cxnId="{FEF00C20-D4D0-4E7F-AB17-D52941271387}">
      <dgm:prSet/>
      <dgm:spPr/>
      <dgm:t>
        <a:bodyPr/>
        <a:lstStyle/>
        <a:p>
          <a:endParaRPr lang="en-US"/>
        </a:p>
      </dgm:t>
    </dgm:pt>
    <dgm:pt modelId="{3FABBEF5-3C3C-4C8E-9CCA-F71A5D5842A3}">
      <dgm:prSet/>
      <dgm:spPr/>
      <dgm:t>
        <a:bodyPr/>
        <a:lstStyle/>
        <a:p>
          <a:r>
            <a:rPr lang="en-US" dirty="0"/>
            <a:t>Captures complex integrations (e.g. Promotion + Holiday).</a:t>
          </a:r>
        </a:p>
      </dgm:t>
    </dgm:pt>
    <dgm:pt modelId="{01A50994-ADC3-4FA5-810A-EE4A979210C8}" type="parTrans" cxnId="{E7742A0C-4E41-4707-80E8-C508A2A72BC7}">
      <dgm:prSet/>
      <dgm:spPr/>
      <dgm:t>
        <a:bodyPr/>
        <a:lstStyle/>
        <a:p>
          <a:endParaRPr lang="en-US"/>
        </a:p>
      </dgm:t>
    </dgm:pt>
    <dgm:pt modelId="{EEF72CAD-F20B-4863-863E-EBEA0EFE85E6}" type="sibTrans" cxnId="{E7742A0C-4E41-4707-80E8-C508A2A72BC7}">
      <dgm:prSet/>
      <dgm:spPr/>
      <dgm:t>
        <a:bodyPr/>
        <a:lstStyle/>
        <a:p>
          <a:endParaRPr lang="en-US"/>
        </a:p>
      </dgm:t>
    </dgm:pt>
    <dgm:pt modelId="{FC05555A-1DF8-4ED7-B51B-587F8384E18C}" type="pres">
      <dgm:prSet presAssocID="{4B4BE24C-B71E-4DC2-AE4E-4A5E94608FDF}" presName="Name0" presStyleCnt="0">
        <dgm:presLayoutVars>
          <dgm:dir/>
          <dgm:animLvl val="lvl"/>
          <dgm:resizeHandles/>
        </dgm:presLayoutVars>
      </dgm:prSet>
      <dgm:spPr/>
    </dgm:pt>
    <dgm:pt modelId="{30CCFDB7-C60B-44AD-97CC-7AA8A168DEE0}" type="pres">
      <dgm:prSet presAssocID="{1F8B7B34-BE95-473D-86B5-9AC863846455}" presName="linNode" presStyleCnt="0"/>
      <dgm:spPr/>
    </dgm:pt>
    <dgm:pt modelId="{52FED1BB-C0E2-4D08-B303-DBFDDBDB2E93}" type="pres">
      <dgm:prSet presAssocID="{1F8B7B34-BE95-473D-86B5-9AC863846455}" presName="parentShp" presStyleLbl="node1" presStyleIdx="0" presStyleCnt="4">
        <dgm:presLayoutVars>
          <dgm:bulletEnabled val="1"/>
        </dgm:presLayoutVars>
      </dgm:prSet>
      <dgm:spPr/>
    </dgm:pt>
    <dgm:pt modelId="{C4BF23AE-40AE-40D2-902F-4BBCA7895D02}" type="pres">
      <dgm:prSet presAssocID="{1F8B7B34-BE95-473D-86B5-9AC863846455}" presName="childShp" presStyleLbl="bgAccFollowNode1" presStyleIdx="0" presStyleCnt="4">
        <dgm:presLayoutVars>
          <dgm:bulletEnabled val="1"/>
        </dgm:presLayoutVars>
      </dgm:prSet>
      <dgm:spPr/>
    </dgm:pt>
    <dgm:pt modelId="{14FCB07D-F95C-4C38-A1B2-048310E7C5AB}" type="pres">
      <dgm:prSet presAssocID="{6B6B7F94-4C9C-4B73-B0D1-03776DA6FB11}" presName="spacing" presStyleCnt="0"/>
      <dgm:spPr/>
    </dgm:pt>
    <dgm:pt modelId="{B229DAEB-6387-4455-AE99-46147E72B99E}" type="pres">
      <dgm:prSet presAssocID="{A245D7F3-AEAE-462C-8472-9ED00C1F9948}" presName="linNode" presStyleCnt="0"/>
      <dgm:spPr/>
    </dgm:pt>
    <dgm:pt modelId="{6B275F4F-FE47-49AD-9517-87E537FB11D9}" type="pres">
      <dgm:prSet presAssocID="{A245D7F3-AEAE-462C-8472-9ED00C1F9948}" presName="parentShp" presStyleLbl="node1" presStyleIdx="1" presStyleCnt="4">
        <dgm:presLayoutVars>
          <dgm:bulletEnabled val="1"/>
        </dgm:presLayoutVars>
      </dgm:prSet>
      <dgm:spPr/>
    </dgm:pt>
    <dgm:pt modelId="{3D324E82-BA65-45AA-BAE2-4ACFD851CE5E}" type="pres">
      <dgm:prSet presAssocID="{A245D7F3-AEAE-462C-8472-9ED00C1F9948}" presName="childShp" presStyleLbl="bgAccFollowNode1" presStyleIdx="1" presStyleCnt="4">
        <dgm:presLayoutVars>
          <dgm:bulletEnabled val="1"/>
        </dgm:presLayoutVars>
      </dgm:prSet>
      <dgm:spPr/>
    </dgm:pt>
    <dgm:pt modelId="{8B63E05B-7EA6-46C6-8113-15373B64582D}" type="pres">
      <dgm:prSet presAssocID="{09E86576-1B2D-4716-A4E1-691F5E3A2FF6}" presName="spacing" presStyleCnt="0"/>
      <dgm:spPr/>
    </dgm:pt>
    <dgm:pt modelId="{116818DD-9697-4F58-81FC-6F748B6BBE52}" type="pres">
      <dgm:prSet presAssocID="{98DA07A5-A311-4102-8E3E-712E464A3955}" presName="linNode" presStyleCnt="0"/>
      <dgm:spPr/>
    </dgm:pt>
    <dgm:pt modelId="{E579E93B-F807-4399-9360-9CB50DF27243}" type="pres">
      <dgm:prSet presAssocID="{98DA07A5-A311-4102-8E3E-712E464A3955}" presName="parentShp" presStyleLbl="node1" presStyleIdx="2" presStyleCnt="4">
        <dgm:presLayoutVars>
          <dgm:bulletEnabled val="1"/>
        </dgm:presLayoutVars>
      </dgm:prSet>
      <dgm:spPr/>
    </dgm:pt>
    <dgm:pt modelId="{C435B814-E55C-4954-AE3C-CAD875DEEDCB}" type="pres">
      <dgm:prSet presAssocID="{98DA07A5-A311-4102-8E3E-712E464A3955}" presName="childShp" presStyleLbl="bgAccFollowNode1" presStyleIdx="2" presStyleCnt="4" custLinFactY="11724" custLinFactNeighborX="1613" custLinFactNeighborY="100000">
        <dgm:presLayoutVars>
          <dgm:bulletEnabled val="1"/>
        </dgm:presLayoutVars>
      </dgm:prSet>
      <dgm:spPr/>
    </dgm:pt>
    <dgm:pt modelId="{0E9811F4-33C7-467E-A058-94A5A6526325}" type="pres">
      <dgm:prSet presAssocID="{0BFDF891-A5AC-4DDD-991A-A053E261F08D}" presName="spacing" presStyleCnt="0"/>
      <dgm:spPr/>
    </dgm:pt>
    <dgm:pt modelId="{B7BAEDCD-FF46-4CAB-9856-E5654AA00DB2}" type="pres">
      <dgm:prSet presAssocID="{83D6868B-C9D6-470F-A4EE-A9A6123A18A6}" presName="linNode" presStyleCnt="0"/>
      <dgm:spPr/>
    </dgm:pt>
    <dgm:pt modelId="{E216C73E-7F37-42D9-9501-61DECC3D1FB1}" type="pres">
      <dgm:prSet presAssocID="{83D6868B-C9D6-470F-A4EE-A9A6123A18A6}" presName="parentShp" presStyleLbl="node1" presStyleIdx="3" presStyleCnt="4">
        <dgm:presLayoutVars>
          <dgm:bulletEnabled val="1"/>
        </dgm:presLayoutVars>
      </dgm:prSet>
      <dgm:spPr/>
    </dgm:pt>
    <dgm:pt modelId="{F1799461-FAAB-4F84-AB9F-EE58E7EFED23}" type="pres">
      <dgm:prSet presAssocID="{83D6868B-C9D6-470F-A4EE-A9A6123A18A6}" presName="childShp" presStyleLbl="bgAccFollowNode1" presStyleIdx="3" presStyleCnt="4" custLinFactY="-8880" custLinFactNeighborX="908" custLinFactNeighborY="-100000">
        <dgm:presLayoutVars>
          <dgm:bulletEnabled val="1"/>
        </dgm:presLayoutVars>
      </dgm:prSet>
      <dgm:spPr/>
    </dgm:pt>
  </dgm:ptLst>
  <dgm:cxnLst>
    <dgm:cxn modelId="{6D21F404-8963-411B-918C-3C251FE189B3}" srcId="{83D6868B-C9D6-470F-A4EE-A9A6123A18A6}" destId="{CCD49719-985D-464D-AD65-69F966A255A9}" srcOrd="0" destOrd="0" parTransId="{A078D610-9307-4672-8696-14F15CEEC1FC}" sibTransId="{7F5682CF-8F3C-4DA5-8609-94745DB6229F}"/>
    <dgm:cxn modelId="{4DA5A707-F60D-462D-A071-B2A7255AC3F2}" type="presOf" srcId="{3FABBEF5-3C3C-4C8E-9CCA-F71A5D5842A3}" destId="{C435B814-E55C-4954-AE3C-CAD875DEEDCB}" srcOrd="0" destOrd="0" presId="urn:microsoft.com/office/officeart/2005/8/layout/vList6"/>
    <dgm:cxn modelId="{E7742A0C-4E41-4707-80E8-C508A2A72BC7}" srcId="{98DA07A5-A311-4102-8E3E-712E464A3955}" destId="{3FABBEF5-3C3C-4C8E-9CCA-F71A5D5842A3}" srcOrd="0" destOrd="0" parTransId="{01A50994-ADC3-4FA5-810A-EE4A979210C8}" sibTransId="{EEF72CAD-F20B-4863-863E-EBEA0EFE85E6}"/>
    <dgm:cxn modelId="{FEF00C20-D4D0-4E7F-AB17-D52941271387}" srcId="{4B4BE24C-B71E-4DC2-AE4E-4A5E94608FDF}" destId="{83D6868B-C9D6-470F-A4EE-A9A6123A18A6}" srcOrd="3" destOrd="0" parTransId="{05A36CA4-524B-4C62-B1CB-C2F4EBFB1481}" sibTransId="{BDA2C0C1-CC7D-4ABE-B565-0EAAA5C4FF78}"/>
    <dgm:cxn modelId="{9AA14A23-67F3-4DC5-842E-3C8F00C6F5EB}" srcId="{4B4BE24C-B71E-4DC2-AE4E-4A5E94608FDF}" destId="{98DA07A5-A311-4102-8E3E-712E464A3955}" srcOrd="2" destOrd="0" parTransId="{E6E1DF55-4B12-4623-97EA-627BDB4F2D8F}" sibTransId="{0BFDF891-A5AC-4DDD-991A-A053E261F08D}"/>
    <dgm:cxn modelId="{E2A43D28-B434-4943-9757-A7D79F6BA718}" srcId="{1F8B7B34-BE95-473D-86B5-9AC863846455}" destId="{CA19E948-4B29-4151-90FB-DDF21D708E39}" srcOrd="0" destOrd="0" parTransId="{E9EA6ED7-CDF5-4353-81CA-3A224DFA0CE0}" sibTransId="{A8196BAC-2B86-4E39-8F97-83C6A92B966C}"/>
    <dgm:cxn modelId="{7D0F935F-89AF-4B4F-8C64-9178B0B9B841}" srcId="{4B4BE24C-B71E-4DC2-AE4E-4A5E94608FDF}" destId="{1F8B7B34-BE95-473D-86B5-9AC863846455}" srcOrd="0" destOrd="0" parTransId="{AF1703FB-2EE1-4946-81DE-1F8D4B7D71DC}" sibTransId="{6B6B7F94-4C9C-4B73-B0D1-03776DA6FB11}"/>
    <dgm:cxn modelId="{3E3B7F71-BE75-4354-AB25-A141C7C3A315}" type="presOf" srcId="{83D6868B-C9D6-470F-A4EE-A9A6123A18A6}" destId="{E216C73E-7F37-42D9-9501-61DECC3D1FB1}" srcOrd="0" destOrd="0" presId="urn:microsoft.com/office/officeart/2005/8/layout/vList6"/>
    <dgm:cxn modelId="{C46D857D-D995-4BC8-8D31-A3576EA3829C}" type="presOf" srcId="{CA19E948-4B29-4151-90FB-DDF21D708E39}" destId="{C4BF23AE-40AE-40D2-902F-4BBCA7895D02}" srcOrd="0" destOrd="0" presId="urn:microsoft.com/office/officeart/2005/8/layout/vList6"/>
    <dgm:cxn modelId="{C9C8F896-DA30-4DDC-B326-579A30060CC7}" type="presOf" srcId="{8D64AED9-EFFB-48B9-8C19-37ABFBAF6F31}" destId="{3D324E82-BA65-45AA-BAE2-4ACFD851CE5E}" srcOrd="0" destOrd="0" presId="urn:microsoft.com/office/officeart/2005/8/layout/vList6"/>
    <dgm:cxn modelId="{681DA09D-7FDF-4FE3-9B91-1AE6F08782F3}" type="presOf" srcId="{4B4BE24C-B71E-4DC2-AE4E-4A5E94608FDF}" destId="{FC05555A-1DF8-4ED7-B51B-587F8384E18C}" srcOrd="0" destOrd="0" presId="urn:microsoft.com/office/officeart/2005/8/layout/vList6"/>
    <dgm:cxn modelId="{30B6CBA2-8B2F-42AB-A20C-EEBBC5CB6889}" srcId="{A245D7F3-AEAE-462C-8472-9ED00C1F9948}" destId="{8D64AED9-EFFB-48B9-8C19-37ABFBAF6F31}" srcOrd="0" destOrd="0" parTransId="{0C687BB2-AC9A-4863-96C1-9943E3BCF453}" sibTransId="{5EF07BF7-EA2D-4A35-B6BC-9E4110502698}"/>
    <dgm:cxn modelId="{12E25CA4-C80F-4AEA-A18B-AB55BDE74B40}" type="presOf" srcId="{1F8B7B34-BE95-473D-86B5-9AC863846455}" destId="{52FED1BB-C0E2-4D08-B303-DBFDDBDB2E93}" srcOrd="0" destOrd="0" presId="urn:microsoft.com/office/officeart/2005/8/layout/vList6"/>
    <dgm:cxn modelId="{37E6C6C5-0B26-4F36-B510-10AF720826B0}" srcId="{4B4BE24C-B71E-4DC2-AE4E-4A5E94608FDF}" destId="{A245D7F3-AEAE-462C-8472-9ED00C1F9948}" srcOrd="1" destOrd="0" parTransId="{2B69A4A5-5307-4409-90C6-7C4490603BAD}" sibTransId="{09E86576-1B2D-4716-A4E1-691F5E3A2FF6}"/>
    <dgm:cxn modelId="{898D68CD-A184-475A-AEB0-7EBC088925FE}" type="presOf" srcId="{CCD49719-985D-464D-AD65-69F966A255A9}" destId="{F1799461-FAAB-4F84-AB9F-EE58E7EFED23}" srcOrd="0" destOrd="0" presId="urn:microsoft.com/office/officeart/2005/8/layout/vList6"/>
    <dgm:cxn modelId="{17D5ECE0-938A-4C21-8FC5-4ECC5B1A9FE1}" type="presOf" srcId="{A245D7F3-AEAE-462C-8472-9ED00C1F9948}" destId="{6B275F4F-FE47-49AD-9517-87E537FB11D9}" srcOrd="0" destOrd="0" presId="urn:microsoft.com/office/officeart/2005/8/layout/vList6"/>
    <dgm:cxn modelId="{DF7D20EA-6242-4A0C-AE57-B25C88964120}" type="presOf" srcId="{98DA07A5-A311-4102-8E3E-712E464A3955}" destId="{E579E93B-F807-4399-9360-9CB50DF27243}" srcOrd="0" destOrd="0" presId="urn:microsoft.com/office/officeart/2005/8/layout/vList6"/>
    <dgm:cxn modelId="{DCB6402B-748E-4EFE-B600-27FB94DDC386}" type="presParOf" srcId="{FC05555A-1DF8-4ED7-B51B-587F8384E18C}" destId="{30CCFDB7-C60B-44AD-97CC-7AA8A168DEE0}" srcOrd="0" destOrd="0" presId="urn:microsoft.com/office/officeart/2005/8/layout/vList6"/>
    <dgm:cxn modelId="{ED0111B4-C8F1-4FDE-B699-6B94E394DE3E}" type="presParOf" srcId="{30CCFDB7-C60B-44AD-97CC-7AA8A168DEE0}" destId="{52FED1BB-C0E2-4D08-B303-DBFDDBDB2E93}" srcOrd="0" destOrd="0" presId="urn:microsoft.com/office/officeart/2005/8/layout/vList6"/>
    <dgm:cxn modelId="{87C03E34-B3AA-4874-AA57-F71CCFA5C295}" type="presParOf" srcId="{30CCFDB7-C60B-44AD-97CC-7AA8A168DEE0}" destId="{C4BF23AE-40AE-40D2-902F-4BBCA7895D02}" srcOrd="1" destOrd="0" presId="urn:microsoft.com/office/officeart/2005/8/layout/vList6"/>
    <dgm:cxn modelId="{3D225B15-035F-406F-95A0-F507A391349A}" type="presParOf" srcId="{FC05555A-1DF8-4ED7-B51B-587F8384E18C}" destId="{14FCB07D-F95C-4C38-A1B2-048310E7C5AB}" srcOrd="1" destOrd="0" presId="urn:microsoft.com/office/officeart/2005/8/layout/vList6"/>
    <dgm:cxn modelId="{A47FA200-B8C8-4392-B726-2310A5996C71}" type="presParOf" srcId="{FC05555A-1DF8-4ED7-B51B-587F8384E18C}" destId="{B229DAEB-6387-4455-AE99-46147E72B99E}" srcOrd="2" destOrd="0" presId="urn:microsoft.com/office/officeart/2005/8/layout/vList6"/>
    <dgm:cxn modelId="{19D16F31-EBF8-42B6-B8AB-34E712903AB5}" type="presParOf" srcId="{B229DAEB-6387-4455-AE99-46147E72B99E}" destId="{6B275F4F-FE47-49AD-9517-87E537FB11D9}" srcOrd="0" destOrd="0" presId="urn:microsoft.com/office/officeart/2005/8/layout/vList6"/>
    <dgm:cxn modelId="{C2B0E756-E67B-4E8F-B188-5B30E7F0AA11}" type="presParOf" srcId="{B229DAEB-6387-4455-AE99-46147E72B99E}" destId="{3D324E82-BA65-45AA-BAE2-4ACFD851CE5E}" srcOrd="1" destOrd="0" presId="urn:microsoft.com/office/officeart/2005/8/layout/vList6"/>
    <dgm:cxn modelId="{34643621-7AEF-454E-BC82-1C6313EFDE82}" type="presParOf" srcId="{FC05555A-1DF8-4ED7-B51B-587F8384E18C}" destId="{8B63E05B-7EA6-46C6-8113-15373B64582D}" srcOrd="3" destOrd="0" presId="urn:microsoft.com/office/officeart/2005/8/layout/vList6"/>
    <dgm:cxn modelId="{DCAC3C76-67C1-46FC-AFAB-69931F4E6A08}" type="presParOf" srcId="{FC05555A-1DF8-4ED7-B51B-587F8384E18C}" destId="{116818DD-9697-4F58-81FC-6F748B6BBE52}" srcOrd="4" destOrd="0" presId="urn:microsoft.com/office/officeart/2005/8/layout/vList6"/>
    <dgm:cxn modelId="{A114F9AE-34F4-4603-992A-F27B81A98763}" type="presParOf" srcId="{116818DD-9697-4F58-81FC-6F748B6BBE52}" destId="{E579E93B-F807-4399-9360-9CB50DF27243}" srcOrd="0" destOrd="0" presId="urn:microsoft.com/office/officeart/2005/8/layout/vList6"/>
    <dgm:cxn modelId="{2FDA364C-34C0-448C-8EC9-C2F1F2770926}" type="presParOf" srcId="{116818DD-9697-4F58-81FC-6F748B6BBE52}" destId="{C435B814-E55C-4954-AE3C-CAD875DEEDCB}" srcOrd="1" destOrd="0" presId="urn:microsoft.com/office/officeart/2005/8/layout/vList6"/>
    <dgm:cxn modelId="{0B621658-1DCA-4E71-AF34-B52E5CCC57DF}" type="presParOf" srcId="{FC05555A-1DF8-4ED7-B51B-587F8384E18C}" destId="{0E9811F4-33C7-467E-A058-94A5A6526325}" srcOrd="5" destOrd="0" presId="urn:microsoft.com/office/officeart/2005/8/layout/vList6"/>
    <dgm:cxn modelId="{8B65A7C0-201C-4C0E-8263-C101582A05E3}" type="presParOf" srcId="{FC05555A-1DF8-4ED7-B51B-587F8384E18C}" destId="{B7BAEDCD-FF46-4CAB-9856-E5654AA00DB2}" srcOrd="6" destOrd="0" presId="urn:microsoft.com/office/officeart/2005/8/layout/vList6"/>
    <dgm:cxn modelId="{33D831A3-8B2B-45E2-BCA8-6D83B8310550}" type="presParOf" srcId="{B7BAEDCD-FF46-4CAB-9856-E5654AA00DB2}" destId="{E216C73E-7F37-42D9-9501-61DECC3D1FB1}" srcOrd="0" destOrd="0" presId="urn:microsoft.com/office/officeart/2005/8/layout/vList6"/>
    <dgm:cxn modelId="{E5A428BA-73F1-4A74-B8F2-14973C3315BC}" type="presParOf" srcId="{B7BAEDCD-FF46-4CAB-9856-E5654AA00DB2}" destId="{F1799461-FAAB-4F84-AB9F-EE58E7EFED23}" srcOrd="1" destOrd="0" presId="urn:microsoft.com/office/officeart/2005/8/layout/vList6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4.xml><?xml version="1.0" encoding="utf-8"?>
<dgm:dataModel xmlns:dgm="http://schemas.openxmlformats.org/drawingml/2006/diagram" xmlns:a="http://schemas.openxmlformats.org/drawingml/2006/main">
  <dgm:ptLst>
    <dgm:pt modelId="{4B4BE24C-B71E-4DC2-AE4E-4A5E94608FDF}" type="doc">
      <dgm:prSet loTypeId="urn:microsoft.com/office/officeart/2005/8/layout/vList6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1F8B7B34-BE95-473D-86B5-9AC863846455}">
      <dgm:prSet phldrT="[Text]" phldr="0"/>
      <dgm:spPr/>
      <dgm:t>
        <a:bodyPr/>
        <a:lstStyle/>
        <a:p>
          <a:r>
            <a:rPr lang="en-US" dirty="0"/>
            <a:t>Model Tested</a:t>
          </a:r>
        </a:p>
      </dgm:t>
    </dgm:pt>
    <dgm:pt modelId="{AF1703FB-2EE1-4946-81DE-1F8D4B7D71DC}" type="parTrans" cxnId="{7D0F935F-89AF-4B4F-8C64-9178B0B9B841}">
      <dgm:prSet/>
      <dgm:spPr/>
      <dgm:t>
        <a:bodyPr/>
        <a:lstStyle/>
        <a:p>
          <a:endParaRPr lang="en-US"/>
        </a:p>
      </dgm:t>
    </dgm:pt>
    <dgm:pt modelId="{6B6B7F94-4C9C-4B73-B0D1-03776DA6FB11}" type="sibTrans" cxnId="{7D0F935F-89AF-4B4F-8C64-9178B0B9B841}">
      <dgm:prSet/>
      <dgm:spPr/>
      <dgm:t>
        <a:bodyPr/>
        <a:lstStyle/>
        <a:p>
          <a:endParaRPr lang="en-US"/>
        </a:p>
      </dgm:t>
    </dgm:pt>
    <dgm:pt modelId="{CA19E948-4B29-4151-90FB-DDF21D708E39}">
      <dgm:prSet phldrT="[Text]" phldr="0"/>
      <dgm:spPr/>
      <dgm:t>
        <a:bodyPr/>
        <a:lstStyle/>
        <a:p>
          <a:r>
            <a:rPr lang="en-US" dirty="0"/>
            <a:t>Random Forest, </a:t>
          </a:r>
          <a:r>
            <a:rPr lang="en-US" dirty="0" err="1"/>
            <a:t>XGBoost</a:t>
          </a:r>
          <a:r>
            <a:rPr lang="en-US" dirty="0"/>
            <a:t>, </a:t>
          </a:r>
          <a:r>
            <a:rPr lang="en-US" dirty="0" err="1"/>
            <a:t>LightGBM</a:t>
          </a:r>
          <a:r>
            <a:rPr lang="en-US" dirty="0"/>
            <a:t>.</a:t>
          </a:r>
        </a:p>
      </dgm:t>
    </dgm:pt>
    <dgm:pt modelId="{E9EA6ED7-CDF5-4353-81CA-3A224DFA0CE0}" type="parTrans" cxnId="{E2A43D28-B434-4943-9757-A7D79F6BA718}">
      <dgm:prSet/>
      <dgm:spPr/>
      <dgm:t>
        <a:bodyPr/>
        <a:lstStyle/>
        <a:p>
          <a:endParaRPr lang="en-US"/>
        </a:p>
      </dgm:t>
    </dgm:pt>
    <dgm:pt modelId="{A8196BAC-2B86-4E39-8F97-83C6A92B966C}" type="sibTrans" cxnId="{E2A43D28-B434-4943-9757-A7D79F6BA718}">
      <dgm:prSet/>
      <dgm:spPr/>
      <dgm:t>
        <a:bodyPr/>
        <a:lstStyle/>
        <a:p>
          <a:endParaRPr lang="en-US"/>
        </a:p>
      </dgm:t>
    </dgm:pt>
    <dgm:pt modelId="{A245D7F3-AEAE-462C-8472-9ED00C1F9948}">
      <dgm:prSet phldrT="[Text]" phldr="0"/>
      <dgm:spPr/>
      <dgm:t>
        <a:bodyPr/>
        <a:lstStyle/>
        <a:p>
          <a:r>
            <a:rPr lang="en-US" dirty="0"/>
            <a:t>Champion</a:t>
          </a:r>
        </a:p>
      </dgm:t>
    </dgm:pt>
    <dgm:pt modelId="{2B69A4A5-5307-4409-90C6-7C4490603BAD}" type="parTrans" cxnId="{37E6C6C5-0B26-4F36-B510-10AF720826B0}">
      <dgm:prSet/>
      <dgm:spPr/>
      <dgm:t>
        <a:bodyPr/>
        <a:lstStyle/>
        <a:p>
          <a:endParaRPr lang="en-US"/>
        </a:p>
      </dgm:t>
    </dgm:pt>
    <dgm:pt modelId="{09E86576-1B2D-4716-A4E1-691F5E3A2FF6}" type="sibTrans" cxnId="{37E6C6C5-0B26-4F36-B510-10AF720826B0}">
      <dgm:prSet/>
      <dgm:spPr/>
      <dgm:t>
        <a:bodyPr/>
        <a:lstStyle/>
        <a:p>
          <a:endParaRPr lang="en-US"/>
        </a:p>
      </dgm:t>
    </dgm:pt>
    <dgm:pt modelId="{8D64AED9-EFFB-48B9-8C19-37ABFBAF6F31}">
      <dgm:prSet phldrT="[Text]" phldr="0"/>
      <dgm:spPr/>
      <dgm:t>
        <a:bodyPr/>
        <a:lstStyle/>
        <a:p>
          <a:r>
            <a:rPr lang="en-US" dirty="0"/>
            <a:t>Random Forest Regressor.</a:t>
          </a:r>
        </a:p>
      </dgm:t>
    </dgm:pt>
    <dgm:pt modelId="{0C687BB2-AC9A-4863-96C1-9943E3BCF453}" type="parTrans" cxnId="{30B6CBA2-8B2F-42AB-A20C-EEBBC5CB6889}">
      <dgm:prSet/>
      <dgm:spPr/>
      <dgm:t>
        <a:bodyPr/>
        <a:lstStyle/>
        <a:p>
          <a:endParaRPr lang="en-US"/>
        </a:p>
      </dgm:t>
    </dgm:pt>
    <dgm:pt modelId="{5EF07BF7-EA2D-4A35-B6BC-9E4110502698}" type="sibTrans" cxnId="{30B6CBA2-8B2F-42AB-A20C-EEBBC5CB6889}">
      <dgm:prSet/>
      <dgm:spPr/>
      <dgm:t>
        <a:bodyPr/>
        <a:lstStyle/>
        <a:p>
          <a:endParaRPr lang="en-US"/>
        </a:p>
      </dgm:t>
    </dgm:pt>
    <dgm:pt modelId="{98DA07A5-A311-4102-8E3E-712E464A3955}">
      <dgm:prSet phldrT="[Text]" phldr="0"/>
      <dgm:spPr/>
      <dgm:t>
        <a:bodyPr/>
        <a:lstStyle/>
        <a:p>
          <a:r>
            <a:rPr lang="en-US" dirty="0"/>
            <a:t>Key </a:t>
          </a:r>
          <a:r>
            <a:rPr lang="en-US" dirty="0" err="1"/>
            <a:t>Matrics</a:t>
          </a:r>
          <a:endParaRPr lang="en-US" dirty="0"/>
        </a:p>
      </dgm:t>
    </dgm:pt>
    <dgm:pt modelId="{E6E1DF55-4B12-4623-97EA-627BDB4F2D8F}" type="parTrans" cxnId="{9AA14A23-67F3-4DC5-842E-3C8F00C6F5EB}">
      <dgm:prSet/>
      <dgm:spPr/>
      <dgm:t>
        <a:bodyPr/>
        <a:lstStyle/>
        <a:p>
          <a:endParaRPr lang="en-US"/>
        </a:p>
      </dgm:t>
    </dgm:pt>
    <dgm:pt modelId="{0BFDF891-A5AC-4DDD-991A-A053E261F08D}" type="sibTrans" cxnId="{9AA14A23-67F3-4DC5-842E-3C8F00C6F5EB}">
      <dgm:prSet/>
      <dgm:spPr/>
      <dgm:t>
        <a:bodyPr/>
        <a:lstStyle/>
        <a:p>
          <a:endParaRPr lang="en-US"/>
        </a:p>
      </dgm:t>
    </dgm:pt>
    <dgm:pt modelId="{CCD49719-985D-464D-AD65-69F966A255A9}">
      <dgm:prSet phldrT="[Text]"/>
      <dgm:spPr>
        <a:blipFill>
          <a:blip xmlns:r="http://schemas.openxmlformats.org/officeDocument/2006/relationships" r:embed="rId1"/>
          <a:stretch>
            <a:fillRect/>
          </a:stretch>
        </a:blipFill>
      </dgm:spPr>
      <dgm:t>
        <a:bodyPr/>
        <a:lstStyle/>
        <a:p>
          <a:r>
            <a:rPr lang="en-US">
              <a:noFill/>
            </a:rPr>
            <a:t> </a:t>
          </a:r>
        </a:p>
      </dgm:t>
    </dgm:pt>
    <dgm:pt modelId="{A078D610-9307-4672-8696-14F15CEEC1FC}" type="parTrans" cxnId="{6D21F404-8963-411B-918C-3C251FE189B3}">
      <dgm:prSet/>
      <dgm:spPr/>
      <dgm:t>
        <a:bodyPr/>
        <a:lstStyle/>
        <a:p>
          <a:endParaRPr lang="en-US"/>
        </a:p>
      </dgm:t>
    </dgm:pt>
    <dgm:pt modelId="{7F5682CF-8F3C-4DA5-8609-94745DB6229F}" type="sibTrans" cxnId="{6D21F404-8963-411B-918C-3C251FE189B3}">
      <dgm:prSet/>
      <dgm:spPr/>
      <dgm:t>
        <a:bodyPr/>
        <a:lstStyle/>
        <a:p>
          <a:endParaRPr lang="en-US"/>
        </a:p>
      </dgm:t>
    </dgm:pt>
    <dgm:pt modelId="{83D6868B-C9D6-470F-A4EE-A9A6123A18A6}">
      <dgm:prSet phldrT="[Text]" phldr="0"/>
      <dgm:spPr/>
      <dgm:t>
        <a:bodyPr/>
        <a:lstStyle/>
        <a:p>
          <a:r>
            <a:rPr lang="en-US" dirty="0"/>
            <a:t>Why it Works</a:t>
          </a:r>
        </a:p>
      </dgm:t>
    </dgm:pt>
    <dgm:pt modelId="{05A36CA4-524B-4C62-B1CB-C2F4EBFB1481}" type="parTrans" cxnId="{FEF00C20-D4D0-4E7F-AB17-D52941271387}">
      <dgm:prSet/>
      <dgm:spPr/>
      <dgm:t>
        <a:bodyPr/>
        <a:lstStyle/>
        <a:p>
          <a:endParaRPr lang="en-US"/>
        </a:p>
      </dgm:t>
    </dgm:pt>
    <dgm:pt modelId="{BDA2C0C1-CC7D-4ABE-B565-0EAAA5C4FF78}" type="sibTrans" cxnId="{FEF00C20-D4D0-4E7F-AB17-D52941271387}">
      <dgm:prSet/>
      <dgm:spPr/>
      <dgm:t>
        <a:bodyPr/>
        <a:lstStyle/>
        <a:p>
          <a:endParaRPr lang="en-US"/>
        </a:p>
      </dgm:t>
    </dgm:pt>
    <dgm:pt modelId="{3FABBEF5-3C3C-4C8E-9CCA-F71A5D5842A3}">
      <dgm:prSet/>
      <dgm:spPr/>
      <dgm:t>
        <a:bodyPr/>
        <a:lstStyle/>
        <a:p>
          <a:r>
            <a:rPr lang="en-US" dirty="0"/>
            <a:t>Captures complex integrations (e.g. Promotion + Holiday).</a:t>
          </a:r>
        </a:p>
      </dgm:t>
    </dgm:pt>
    <dgm:pt modelId="{01A50994-ADC3-4FA5-810A-EE4A979210C8}" type="parTrans" cxnId="{E7742A0C-4E41-4707-80E8-C508A2A72BC7}">
      <dgm:prSet/>
      <dgm:spPr/>
      <dgm:t>
        <a:bodyPr/>
        <a:lstStyle/>
        <a:p>
          <a:endParaRPr lang="en-US"/>
        </a:p>
      </dgm:t>
    </dgm:pt>
    <dgm:pt modelId="{EEF72CAD-F20B-4863-863E-EBEA0EFE85E6}" type="sibTrans" cxnId="{E7742A0C-4E41-4707-80E8-C508A2A72BC7}">
      <dgm:prSet/>
      <dgm:spPr/>
      <dgm:t>
        <a:bodyPr/>
        <a:lstStyle/>
        <a:p>
          <a:endParaRPr lang="en-US"/>
        </a:p>
      </dgm:t>
    </dgm:pt>
    <dgm:pt modelId="{FC05555A-1DF8-4ED7-B51B-587F8384E18C}" type="pres">
      <dgm:prSet presAssocID="{4B4BE24C-B71E-4DC2-AE4E-4A5E94608FDF}" presName="Name0" presStyleCnt="0">
        <dgm:presLayoutVars>
          <dgm:dir/>
          <dgm:animLvl val="lvl"/>
          <dgm:resizeHandles/>
        </dgm:presLayoutVars>
      </dgm:prSet>
      <dgm:spPr/>
    </dgm:pt>
    <dgm:pt modelId="{30CCFDB7-C60B-44AD-97CC-7AA8A168DEE0}" type="pres">
      <dgm:prSet presAssocID="{1F8B7B34-BE95-473D-86B5-9AC863846455}" presName="linNode" presStyleCnt="0"/>
      <dgm:spPr/>
    </dgm:pt>
    <dgm:pt modelId="{52FED1BB-C0E2-4D08-B303-DBFDDBDB2E93}" type="pres">
      <dgm:prSet presAssocID="{1F8B7B34-BE95-473D-86B5-9AC863846455}" presName="parentShp" presStyleLbl="node1" presStyleIdx="0" presStyleCnt="4">
        <dgm:presLayoutVars>
          <dgm:bulletEnabled val="1"/>
        </dgm:presLayoutVars>
      </dgm:prSet>
      <dgm:spPr/>
    </dgm:pt>
    <dgm:pt modelId="{C4BF23AE-40AE-40D2-902F-4BBCA7895D02}" type="pres">
      <dgm:prSet presAssocID="{1F8B7B34-BE95-473D-86B5-9AC863846455}" presName="childShp" presStyleLbl="bgAccFollowNode1" presStyleIdx="0" presStyleCnt="4">
        <dgm:presLayoutVars>
          <dgm:bulletEnabled val="1"/>
        </dgm:presLayoutVars>
      </dgm:prSet>
      <dgm:spPr/>
    </dgm:pt>
    <dgm:pt modelId="{14FCB07D-F95C-4C38-A1B2-048310E7C5AB}" type="pres">
      <dgm:prSet presAssocID="{6B6B7F94-4C9C-4B73-B0D1-03776DA6FB11}" presName="spacing" presStyleCnt="0"/>
      <dgm:spPr/>
    </dgm:pt>
    <dgm:pt modelId="{B229DAEB-6387-4455-AE99-46147E72B99E}" type="pres">
      <dgm:prSet presAssocID="{A245D7F3-AEAE-462C-8472-9ED00C1F9948}" presName="linNode" presStyleCnt="0"/>
      <dgm:spPr/>
    </dgm:pt>
    <dgm:pt modelId="{6B275F4F-FE47-49AD-9517-87E537FB11D9}" type="pres">
      <dgm:prSet presAssocID="{A245D7F3-AEAE-462C-8472-9ED00C1F9948}" presName="parentShp" presStyleLbl="node1" presStyleIdx="1" presStyleCnt="4">
        <dgm:presLayoutVars>
          <dgm:bulletEnabled val="1"/>
        </dgm:presLayoutVars>
      </dgm:prSet>
      <dgm:spPr/>
    </dgm:pt>
    <dgm:pt modelId="{3D324E82-BA65-45AA-BAE2-4ACFD851CE5E}" type="pres">
      <dgm:prSet presAssocID="{A245D7F3-AEAE-462C-8472-9ED00C1F9948}" presName="childShp" presStyleLbl="bgAccFollowNode1" presStyleIdx="1" presStyleCnt="4">
        <dgm:presLayoutVars>
          <dgm:bulletEnabled val="1"/>
        </dgm:presLayoutVars>
      </dgm:prSet>
      <dgm:spPr/>
    </dgm:pt>
    <dgm:pt modelId="{8B63E05B-7EA6-46C6-8113-15373B64582D}" type="pres">
      <dgm:prSet presAssocID="{09E86576-1B2D-4716-A4E1-691F5E3A2FF6}" presName="spacing" presStyleCnt="0"/>
      <dgm:spPr/>
    </dgm:pt>
    <dgm:pt modelId="{116818DD-9697-4F58-81FC-6F748B6BBE52}" type="pres">
      <dgm:prSet presAssocID="{98DA07A5-A311-4102-8E3E-712E464A3955}" presName="linNode" presStyleCnt="0"/>
      <dgm:spPr/>
    </dgm:pt>
    <dgm:pt modelId="{E579E93B-F807-4399-9360-9CB50DF27243}" type="pres">
      <dgm:prSet presAssocID="{98DA07A5-A311-4102-8E3E-712E464A3955}" presName="parentShp" presStyleLbl="node1" presStyleIdx="2" presStyleCnt="4">
        <dgm:presLayoutVars>
          <dgm:bulletEnabled val="1"/>
        </dgm:presLayoutVars>
      </dgm:prSet>
      <dgm:spPr/>
    </dgm:pt>
    <dgm:pt modelId="{C435B814-E55C-4954-AE3C-CAD875DEEDCB}" type="pres">
      <dgm:prSet presAssocID="{98DA07A5-A311-4102-8E3E-712E464A3955}" presName="childShp" presStyleLbl="bgAccFollowNode1" presStyleIdx="2" presStyleCnt="4" custLinFactY="11724" custLinFactNeighborX="1613" custLinFactNeighborY="100000">
        <dgm:presLayoutVars>
          <dgm:bulletEnabled val="1"/>
        </dgm:presLayoutVars>
      </dgm:prSet>
      <dgm:spPr/>
    </dgm:pt>
    <dgm:pt modelId="{0E9811F4-33C7-467E-A058-94A5A6526325}" type="pres">
      <dgm:prSet presAssocID="{0BFDF891-A5AC-4DDD-991A-A053E261F08D}" presName="spacing" presStyleCnt="0"/>
      <dgm:spPr/>
    </dgm:pt>
    <dgm:pt modelId="{B7BAEDCD-FF46-4CAB-9856-E5654AA00DB2}" type="pres">
      <dgm:prSet presAssocID="{83D6868B-C9D6-470F-A4EE-A9A6123A18A6}" presName="linNode" presStyleCnt="0"/>
      <dgm:spPr/>
    </dgm:pt>
    <dgm:pt modelId="{E216C73E-7F37-42D9-9501-61DECC3D1FB1}" type="pres">
      <dgm:prSet presAssocID="{83D6868B-C9D6-470F-A4EE-A9A6123A18A6}" presName="parentShp" presStyleLbl="node1" presStyleIdx="3" presStyleCnt="4">
        <dgm:presLayoutVars>
          <dgm:bulletEnabled val="1"/>
        </dgm:presLayoutVars>
      </dgm:prSet>
      <dgm:spPr/>
    </dgm:pt>
    <dgm:pt modelId="{F1799461-FAAB-4F84-AB9F-EE58E7EFED23}" type="pres">
      <dgm:prSet presAssocID="{83D6868B-C9D6-470F-A4EE-A9A6123A18A6}" presName="childShp" presStyleLbl="bgAccFollowNode1" presStyleIdx="3" presStyleCnt="4" custLinFactY="-8880" custLinFactNeighborX="908" custLinFactNeighborY="-100000">
        <dgm:presLayoutVars>
          <dgm:bulletEnabled val="1"/>
        </dgm:presLayoutVars>
      </dgm:prSet>
      <dgm:spPr/>
    </dgm:pt>
  </dgm:ptLst>
  <dgm:cxnLst>
    <dgm:cxn modelId="{6D21F404-8963-411B-918C-3C251FE189B3}" srcId="{83D6868B-C9D6-470F-A4EE-A9A6123A18A6}" destId="{CCD49719-985D-464D-AD65-69F966A255A9}" srcOrd="0" destOrd="0" parTransId="{A078D610-9307-4672-8696-14F15CEEC1FC}" sibTransId="{7F5682CF-8F3C-4DA5-8609-94745DB6229F}"/>
    <dgm:cxn modelId="{4DA5A707-F60D-462D-A071-B2A7255AC3F2}" type="presOf" srcId="{3FABBEF5-3C3C-4C8E-9CCA-F71A5D5842A3}" destId="{C435B814-E55C-4954-AE3C-CAD875DEEDCB}" srcOrd="0" destOrd="0" presId="urn:microsoft.com/office/officeart/2005/8/layout/vList6"/>
    <dgm:cxn modelId="{E7742A0C-4E41-4707-80E8-C508A2A72BC7}" srcId="{98DA07A5-A311-4102-8E3E-712E464A3955}" destId="{3FABBEF5-3C3C-4C8E-9CCA-F71A5D5842A3}" srcOrd="0" destOrd="0" parTransId="{01A50994-ADC3-4FA5-810A-EE4A979210C8}" sibTransId="{EEF72CAD-F20B-4863-863E-EBEA0EFE85E6}"/>
    <dgm:cxn modelId="{FEF00C20-D4D0-4E7F-AB17-D52941271387}" srcId="{4B4BE24C-B71E-4DC2-AE4E-4A5E94608FDF}" destId="{83D6868B-C9D6-470F-A4EE-A9A6123A18A6}" srcOrd="3" destOrd="0" parTransId="{05A36CA4-524B-4C62-B1CB-C2F4EBFB1481}" sibTransId="{BDA2C0C1-CC7D-4ABE-B565-0EAAA5C4FF78}"/>
    <dgm:cxn modelId="{9AA14A23-67F3-4DC5-842E-3C8F00C6F5EB}" srcId="{4B4BE24C-B71E-4DC2-AE4E-4A5E94608FDF}" destId="{98DA07A5-A311-4102-8E3E-712E464A3955}" srcOrd="2" destOrd="0" parTransId="{E6E1DF55-4B12-4623-97EA-627BDB4F2D8F}" sibTransId="{0BFDF891-A5AC-4DDD-991A-A053E261F08D}"/>
    <dgm:cxn modelId="{E2A43D28-B434-4943-9757-A7D79F6BA718}" srcId="{1F8B7B34-BE95-473D-86B5-9AC863846455}" destId="{CA19E948-4B29-4151-90FB-DDF21D708E39}" srcOrd="0" destOrd="0" parTransId="{E9EA6ED7-CDF5-4353-81CA-3A224DFA0CE0}" sibTransId="{A8196BAC-2B86-4E39-8F97-83C6A92B966C}"/>
    <dgm:cxn modelId="{7D0F935F-89AF-4B4F-8C64-9178B0B9B841}" srcId="{4B4BE24C-B71E-4DC2-AE4E-4A5E94608FDF}" destId="{1F8B7B34-BE95-473D-86B5-9AC863846455}" srcOrd="0" destOrd="0" parTransId="{AF1703FB-2EE1-4946-81DE-1F8D4B7D71DC}" sibTransId="{6B6B7F94-4C9C-4B73-B0D1-03776DA6FB11}"/>
    <dgm:cxn modelId="{3E3B7F71-BE75-4354-AB25-A141C7C3A315}" type="presOf" srcId="{83D6868B-C9D6-470F-A4EE-A9A6123A18A6}" destId="{E216C73E-7F37-42D9-9501-61DECC3D1FB1}" srcOrd="0" destOrd="0" presId="urn:microsoft.com/office/officeart/2005/8/layout/vList6"/>
    <dgm:cxn modelId="{C46D857D-D995-4BC8-8D31-A3576EA3829C}" type="presOf" srcId="{CA19E948-4B29-4151-90FB-DDF21D708E39}" destId="{C4BF23AE-40AE-40D2-902F-4BBCA7895D02}" srcOrd="0" destOrd="0" presId="urn:microsoft.com/office/officeart/2005/8/layout/vList6"/>
    <dgm:cxn modelId="{C9C8F896-DA30-4DDC-B326-579A30060CC7}" type="presOf" srcId="{8D64AED9-EFFB-48B9-8C19-37ABFBAF6F31}" destId="{3D324E82-BA65-45AA-BAE2-4ACFD851CE5E}" srcOrd="0" destOrd="0" presId="urn:microsoft.com/office/officeart/2005/8/layout/vList6"/>
    <dgm:cxn modelId="{681DA09D-7FDF-4FE3-9B91-1AE6F08782F3}" type="presOf" srcId="{4B4BE24C-B71E-4DC2-AE4E-4A5E94608FDF}" destId="{FC05555A-1DF8-4ED7-B51B-587F8384E18C}" srcOrd="0" destOrd="0" presId="urn:microsoft.com/office/officeart/2005/8/layout/vList6"/>
    <dgm:cxn modelId="{30B6CBA2-8B2F-42AB-A20C-EEBBC5CB6889}" srcId="{A245D7F3-AEAE-462C-8472-9ED00C1F9948}" destId="{8D64AED9-EFFB-48B9-8C19-37ABFBAF6F31}" srcOrd="0" destOrd="0" parTransId="{0C687BB2-AC9A-4863-96C1-9943E3BCF453}" sibTransId="{5EF07BF7-EA2D-4A35-B6BC-9E4110502698}"/>
    <dgm:cxn modelId="{12E25CA4-C80F-4AEA-A18B-AB55BDE74B40}" type="presOf" srcId="{1F8B7B34-BE95-473D-86B5-9AC863846455}" destId="{52FED1BB-C0E2-4D08-B303-DBFDDBDB2E93}" srcOrd="0" destOrd="0" presId="urn:microsoft.com/office/officeart/2005/8/layout/vList6"/>
    <dgm:cxn modelId="{37E6C6C5-0B26-4F36-B510-10AF720826B0}" srcId="{4B4BE24C-B71E-4DC2-AE4E-4A5E94608FDF}" destId="{A245D7F3-AEAE-462C-8472-9ED00C1F9948}" srcOrd="1" destOrd="0" parTransId="{2B69A4A5-5307-4409-90C6-7C4490603BAD}" sibTransId="{09E86576-1B2D-4716-A4E1-691F5E3A2FF6}"/>
    <dgm:cxn modelId="{898D68CD-A184-475A-AEB0-7EBC088925FE}" type="presOf" srcId="{CCD49719-985D-464D-AD65-69F966A255A9}" destId="{F1799461-FAAB-4F84-AB9F-EE58E7EFED23}" srcOrd="0" destOrd="0" presId="urn:microsoft.com/office/officeart/2005/8/layout/vList6"/>
    <dgm:cxn modelId="{17D5ECE0-938A-4C21-8FC5-4ECC5B1A9FE1}" type="presOf" srcId="{A245D7F3-AEAE-462C-8472-9ED00C1F9948}" destId="{6B275F4F-FE47-49AD-9517-87E537FB11D9}" srcOrd="0" destOrd="0" presId="urn:microsoft.com/office/officeart/2005/8/layout/vList6"/>
    <dgm:cxn modelId="{DF7D20EA-6242-4A0C-AE57-B25C88964120}" type="presOf" srcId="{98DA07A5-A311-4102-8E3E-712E464A3955}" destId="{E579E93B-F807-4399-9360-9CB50DF27243}" srcOrd="0" destOrd="0" presId="urn:microsoft.com/office/officeart/2005/8/layout/vList6"/>
    <dgm:cxn modelId="{DCB6402B-748E-4EFE-B600-27FB94DDC386}" type="presParOf" srcId="{FC05555A-1DF8-4ED7-B51B-587F8384E18C}" destId="{30CCFDB7-C60B-44AD-97CC-7AA8A168DEE0}" srcOrd="0" destOrd="0" presId="urn:microsoft.com/office/officeart/2005/8/layout/vList6"/>
    <dgm:cxn modelId="{ED0111B4-C8F1-4FDE-B699-6B94E394DE3E}" type="presParOf" srcId="{30CCFDB7-C60B-44AD-97CC-7AA8A168DEE0}" destId="{52FED1BB-C0E2-4D08-B303-DBFDDBDB2E93}" srcOrd="0" destOrd="0" presId="urn:microsoft.com/office/officeart/2005/8/layout/vList6"/>
    <dgm:cxn modelId="{87C03E34-B3AA-4874-AA57-F71CCFA5C295}" type="presParOf" srcId="{30CCFDB7-C60B-44AD-97CC-7AA8A168DEE0}" destId="{C4BF23AE-40AE-40D2-902F-4BBCA7895D02}" srcOrd="1" destOrd="0" presId="urn:microsoft.com/office/officeart/2005/8/layout/vList6"/>
    <dgm:cxn modelId="{3D225B15-035F-406F-95A0-F507A391349A}" type="presParOf" srcId="{FC05555A-1DF8-4ED7-B51B-587F8384E18C}" destId="{14FCB07D-F95C-4C38-A1B2-048310E7C5AB}" srcOrd="1" destOrd="0" presId="urn:microsoft.com/office/officeart/2005/8/layout/vList6"/>
    <dgm:cxn modelId="{A47FA200-B8C8-4392-B726-2310A5996C71}" type="presParOf" srcId="{FC05555A-1DF8-4ED7-B51B-587F8384E18C}" destId="{B229DAEB-6387-4455-AE99-46147E72B99E}" srcOrd="2" destOrd="0" presId="urn:microsoft.com/office/officeart/2005/8/layout/vList6"/>
    <dgm:cxn modelId="{19D16F31-EBF8-42B6-B8AB-34E712903AB5}" type="presParOf" srcId="{B229DAEB-6387-4455-AE99-46147E72B99E}" destId="{6B275F4F-FE47-49AD-9517-87E537FB11D9}" srcOrd="0" destOrd="0" presId="urn:microsoft.com/office/officeart/2005/8/layout/vList6"/>
    <dgm:cxn modelId="{C2B0E756-E67B-4E8F-B188-5B30E7F0AA11}" type="presParOf" srcId="{B229DAEB-6387-4455-AE99-46147E72B99E}" destId="{3D324E82-BA65-45AA-BAE2-4ACFD851CE5E}" srcOrd="1" destOrd="0" presId="urn:microsoft.com/office/officeart/2005/8/layout/vList6"/>
    <dgm:cxn modelId="{34643621-7AEF-454E-BC82-1C6313EFDE82}" type="presParOf" srcId="{FC05555A-1DF8-4ED7-B51B-587F8384E18C}" destId="{8B63E05B-7EA6-46C6-8113-15373B64582D}" srcOrd="3" destOrd="0" presId="urn:microsoft.com/office/officeart/2005/8/layout/vList6"/>
    <dgm:cxn modelId="{DCAC3C76-67C1-46FC-AFAB-69931F4E6A08}" type="presParOf" srcId="{FC05555A-1DF8-4ED7-B51B-587F8384E18C}" destId="{116818DD-9697-4F58-81FC-6F748B6BBE52}" srcOrd="4" destOrd="0" presId="urn:microsoft.com/office/officeart/2005/8/layout/vList6"/>
    <dgm:cxn modelId="{A114F9AE-34F4-4603-992A-F27B81A98763}" type="presParOf" srcId="{116818DD-9697-4F58-81FC-6F748B6BBE52}" destId="{E579E93B-F807-4399-9360-9CB50DF27243}" srcOrd="0" destOrd="0" presId="urn:microsoft.com/office/officeart/2005/8/layout/vList6"/>
    <dgm:cxn modelId="{2FDA364C-34C0-448C-8EC9-C2F1F2770926}" type="presParOf" srcId="{116818DD-9697-4F58-81FC-6F748B6BBE52}" destId="{C435B814-E55C-4954-AE3C-CAD875DEEDCB}" srcOrd="1" destOrd="0" presId="urn:microsoft.com/office/officeart/2005/8/layout/vList6"/>
    <dgm:cxn modelId="{0B621658-1DCA-4E71-AF34-B52E5CCC57DF}" type="presParOf" srcId="{FC05555A-1DF8-4ED7-B51B-587F8384E18C}" destId="{0E9811F4-33C7-467E-A058-94A5A6526325}" srcOrd="5" destOrd="0" presId="urn:microsoft.com/office/officeart/2005/8/layout/vList6"/>
    <dgm:cxn modelId="{8B65A7C0-201C-4C0E-8263-C101582A05E3}" type="presParOf" srcId="{FC05555A-1DF8-4ED7-B51B-587F8384E18C}" destId="{B7BAEDCD-FF46-4CAB-9856-E5654AA00DB2}" srcOrd="6" destOrd="0" presId="urn:microsoft.com/office/officeart/2005/8/layout/vList6"/>
    <dgm:cxn modelId="{33D831A3-8B2B-45E2-BCA8-6D83B8310550}" type="presParOf" srcId="{B7BAEDCD-FF46-4CAB-9856-E5654AA00DB2}" destId="{E216C73E-7F37-42D9-9501-61DECC3D1FB1}" srcOrd="0" destOrd="0" presId="urn:microsoft.com/office/officeart/2005/8/layout/vList6"/>
    <dgm:cxn modelId="{E5A428BA-73F1-4A74-B8F2-14973C3315BC}" type="presParOf" srcId="{B7BAEDCD-FF46-4CAB-9856-E5654AA00DB2}" destId="{F1799461-FAAB-4F84-AB9F-EE58E7EFED23}" srcOrd="1" destOrd="0" presId="urn:microsoft.com/office/officeart/2005/8/layout/vList6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5.xml><?xml version="1.0" encoding="utf-8"?>
<dgm:dataModel xmlns:dgm="http://schemas.openxmlformats.org/drawingml/2006/diagram" xmlns:a="http://schemas.openxmlformats.org/drawingml/2006/main">
  <dgm:ptLst>
    <dgm:pt modelId="{B158019B-771B-4AF7-90A7-306E13163856}" type="doc">
      <dgm:prSet loTypeId="urn:microsoft.com/office/officeart/2018/2/layout/IconCircleList" loCatId="icon" qsTypeId="urn:microsoft.com/office/officeart/2005/8/quickstyle/simple1" qsCatId="simple" csTypeId="urn:microsoft.com/office/officeart/2018/5/colors/Iconchunking_neutralicon_colorful1" csCatId="colorful" phldr="1"/>
      <dgm:spPr/>
      <dgm:t>
        <a:bodyPr/>
        <a:lstStyle/>
        <a:p>
          <a:endParaRPr lang="en-US"/>
        </a:p>
      </dgm:t>
    </dgm:pt>
    <dgm:pt modelId="{44BEBBEF-D71B-48DE-8B81-0C68409D241A}">
      <dgm:prSet/>
      <dgm:spPr/>
      <dgm:t>
        <a:bodyPr/>
        <a:lstStyle/>
        <a:p>
          <a:r>
            <a:rPr lang="en-US" b="1"/>
            <a:t>Tracking:</a:t>
          </a:r>
          <a:r>
            <a:rPr lang="en-US"/>
            <a:t> MLflow for robust experiment management.</a:t>
          </a:r>
        </a:p>
      </dgm:t>
    </dgm:pt>
    <dgm:pt modelId="{3778C1B7-15C9-4280-B249-7DF74A9DEF61}" type="parTrans" cxnId="{15D3865E-7805-4144-B819-3187B39BE7C8}">
      <dgm:prSet/>
      <dgm:spPr/>
      <dgm:t>
        <a:bodyPr/>
        <a:lstStyle/>
        <a:p>
          <a:endParaRPr lang="en-US"/>
        </a:p>
      </dgm:t>
    </dgm:pt>
    <dgm:pt modelId="{57271894-C3D6-4E79-816F-857F6386A970}" type="sibTrans" cxnId="{15D3865E-7805-4144-B819-3187B39BE7C8}">
      <dgm:prSet/>
      <dgm:spPr/>
      <dgm:t>
        <a:bodyPr/>
        <a:lstStyle/>
        <a:p>
          <a:endParaRPr lang="en-US"/>
        </a:p>
      </dgm:t>
    </dgm:pt>
    <dgm:pt modelId="{079C23CE-ED37-43F4-8F5E-2043BB5BBE59}">
      <dgm:prSet/>
      <dgm:spPr/>
      <dgm:t>
        <a:bodyPr/>
        <a:lstStyle/>
        <a:p>
          <a:r>
            <a:rPr lang="en-US" b="1"/>
            <a:t>Serving:</a:t>
          </a:r>
          <a:r>
            <a:rPr lang="en-US"/>
            <a:t> FastAPI API (fast inference &lt;10ms).</a:t>
          </a:r>
        </a:p>
      </dgm:t>
    </dgm:pt>
    <dgm:pt modelId="{5E6AB842-616B-4B49-BB6A-0A05728E9F42}" type="parTrans" cxnId="{6698F287-B94D-4598-B087-B27BF19EE43C}">
      <dgm:prSet/>
      <dgm:spPr/>
      <dgm:t>
        <a:bodyPr/>
        <a:lstStyle/>
        <a:p>
          <a:endParaRPr lang="en-US"/>
        </a:p>
      </dgm:t>
    </dgm:pt>
    <dgm:pt modelId="{A134C7BE-220C-4107-AFA2-B3779796AF73}" type="sibTrans" cxnId="{6698F287-B94D-4598-B087-B27BF19EE43C}">
      <dgm:prSet/>
      <dgm:spPr/>
      <dgm:t>
        <a:bodyPr/>
        <a:lstStyle/>
        <a:p>
          <a:endParaRPr lang="en-US"/>
        </a:p>
      </dgm:t>
    </dgm:pt>
    <dgm:pt modelId="{1BA691AA-861C-4407-9ACF-EF10890C8979}">
      <dgm:prSet/>
      <dgm:spPr/>
      <dgm:t>
        <a:bodyPr/>
        <a:lstStyle/>
        <a:p>
          <a:r>
            <a:rPr lang="en-US" b="1"/>
            <a:t>User Interface:</a:t>
          </a:r>
          <a:r>
            <a:rPr lang="en-US"/>
            <a:t> Interactive Streamlit Dashboard for business users.</a:t>
          </a:r>
        </a:p>
      </dgm:t>
    </dgm:pt>
    <dgm:pt modelId="{72F5B700-169A-4BC4-93D7-A56F9D3BB45B}" type="parTrans" cxnId="{5A632B9A-9CF2-41C1-9D53-3D10512D5094}">
      <dgm:prSet/>
      <dgm:spPr/>
      <dgm:t>
        <a:bodyPr/>
        <a:lstStyle/>
        <a:p>
          <a:endParaRPr lang="en-US"/>
        </a:p>
      </dgm:t>
    </dgm:pt>
    <dgm:pt modelId="{7871071C-BE57-4646-9100-7102D615C641}" type="sibTrans" cxnId="{5A632B9A-9CF2-41C1-9D53-3D10512D5094}">
      <dgm:prSet/>
      <dgm:spPr/>
      <dgm:t>
        <a:bodyPr/>
        <a:lstStyle/>
        <a:p>
          <a:endParaRPr lang="en-US"/>
        </a:p>
      </dgm:t>
    </dgm:pt>
    <dgm:pt modelId="{6E6270F9-34D5-4B36-9911-0B33E644DAA8}">
      <dgm:prSet/>
      <dgm:spPr/>
      <dgm:t>
        <a:bodyPr/>
        <a:lstStyle/>
        <a:p>
          <a:r>
            <a:rPr lang="en-US" b="1"/>
            <a:t>Containerization:</a:t>
          </a:r>
          <a:r>
            <a:rPr lang="en-US"/>
            <a:t> Docker for easy, one-command deployment.</a:t>
          </a:r>
        </a:p>
      </dgm:t>
    </dgm:pt>
    <dgm:pt modelId="{97121F84-BD34-4211-931F-B8C8014E0A45}" type="parTrans" cxnId="{C23C7F88-8A33-418E-BDFF-F726068EA376}">
      <dgm:prSet/>
      <dgm:spPr/>
      <dgm:t>
        <a:bodyPr/>
        <a:lstStyle/>
        <a:p>
          <a:endParaRPr lang="en-US"/>
        </a:p>
      </dgm:t>
    </dgm:pt>
    <dgm:pt modelId="{1881F5B0-7C21-4026-9CD2-67C9971CD2FF}" type="sibTrans" cxnId="{C23C7F88-8A33-418E-BDFF-F726068EA376}">
      <dgm:prSet/>
      <dgm:spPr/>
      <dgm:t>
        <a:bodyPr/>
        <a:lstStyle/>
        <a:p>
          <a:endParaRPr lang="en-US"/>
        </a:p>
      </dgm:t>
    </dgm:pt>
    <dgm:pt modelId="{9107123B-DF86-4A28-A6ED-2E8780051C63}" type="pres">
      <dgm:prSet presAssocID="{B158019B-771B-4AF7-90A7-306E13163856}" presName="root" presStyleCnt="0">
        <dgm:presLayoutVars>
          <dgm:dir/>
          <dgm:resizeHandles val="exact"/>
        </dgm:presLayoutVars>
      </dgm:prSet>
      <dgm:spPr/>
    </dgm:pt>
    <dgm:pt modelId="{DE1F1122-89E7-4485-B2E1-EDBBD2374D1B}" type="pres">
      <dgm:prSet presAssocID="{B158019B-771B-4AF7-90A7-306E13163856}" presName="container" presStyleCnt="0">
        <dgm:presLayoutVars>
          <dgm:dir/>
          <dgm:resizeHandles val="exact"/>
        </dgm:presLayoutVars>
      </dgm:prSet>
      <dgm:spPr/>
    </dgm:pt>
    <dgm:pt modelId="{8AB0EAC6-A766-4732-AF1B-8A5156526893}" type="pres">
      <dgm:prSet presAssocID="{44BEBBEF-D71B-48DE-8B81-0C68409D241A}" presName="compNode" presStyleCnt="0"/>
      <dgm:spPr/>
    </dgm:pt>
    <dgm:pt modelId="{ACA47924-7979-4897-9803-E3AB3253219E}" type="pres">
      <dgm:prSet presAssocID="{44BEBBEF-D71B-48DE-8B81-0C68409D241A}" presName="iconBgRect" presStyleLbl="bgShp" presStyleIdx="0" presStyleCnt="4"/>
      <dgm:spPr/>
    </dgm:pt>
    <dgm:pt modelId="{1072BCCB-E591-4DD3-BADF-808B887FF1FF}" type="pres">
      <dgm:prSet presAssocID="{44BEBBEF-D71B-48DE-8B81-0C68409D241A}" presName="iconRect" presStyleLbl="node1" presStyleIdx="0" presStyleCnt="4"/>
      <dgm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Test tubes"/>
        </a:ext>
      </dgm:extLst>
    </dgm:pt>
    <dgm:pt modelId="{3ABFDF67-33E6-46B0-89B8-19265242D5A0}" type="pres">
      <dgm:prSet presAssocID="{44BEBBEF-D71B-48DE-8B81-0C68409D241A}" presName="spaceRect" presStyleCnt="0"/>
      <dgm:spPr/>
    </dgm:pt>
    <dgm:pt modelId="{8E4CC424-885D-423F-9CB1-D7196B2B67BB}" type="pres">
      <dgm:prSet presAssocID="{44BEBBEF-D71B-48DE-8B81-0C68409D241A}" presName="textRect" presStyleLbl="revTx" presStyleIdx="0" presStyleCnt="4">
        <dgm:presLayoutVars>
          <dgm:chMax val="1"/>
          <dgm:chPref val="1"/>
        </dgm:presLayoutVars>
      </dgm:prSet>
      <dgm:spPr/>
    </dgm:pt>
    <dgm:pt modelId="{E63FC26F-4AA1-4B7C-903F-FDD4FF3FC220}" type="pres">
      <dgm:prSet presAssocID="{57271894-C3D6-4E79-816F-857F6386A970}" presName="sibTrans" presStyleLbl="sibTrans2D1" presStyleIdx="0" presStyleCnt="0"/>
      <dgm:spPr/>
    </dgm:pt>
    <dgm:pt modelId="{22B0851B-B6DF-47DA-A6E1-866F50A49A19}" type="pres">
      <dgm:prSet presAssocID="{079C23CE-ED37-43F4-8F5E-2043BB5BBE59}" presName="compNode" presStyleCnt="0"/>
      <dgm:spPr/>
    </dgm:pt>
    <dgm:pt modelId="{C8E3BBDD-F919-47BC-883F-46A741ADA189}" type="pres">
      <dgm:prSet presAssocID="{079C23CE-ED37-43F4-8F5E-2043BB5BBE59}" presName="iconBgRect" presStyleLbl="bgShp" presStyleIdx="1" presStyleCnt="4"/>
      <dgm:spPr/>
    </dgm:pt>
    <dgm:pt modelId="{DDB2030E-AD11-4D32-BDAB-5AE6C95AD468}" type="pres">
      <dgm:prSet presAssocID="{079C23CE-ED37-43F4-8F5E-2043BB5BBE59}" presName="iconRect" presStyleLbl="node1" presStyleIdx="1" presStyleCnt="4"/>
      <dgm:spPr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Database"/>
        </a:ext>
      </dgm:extLst>
    </dgm:pt>
    <dgm:pt modelId="{63AF794C-AFCE-4D38-98E0-FF13058C908E}" type="pres">
      <dgm:prSet presAssocID="{079C23CE-ED37-43F4-8F5E-2043BB5BBE59}" presName="spaceRect" presStyleCnt="0"/>
      <dgm:spPr/>
    </dgm:pt>
    <dgm:pt modelId="{16575ECA-A90A-48B9-AA03-D4F5FD485E98}" type="pres">
      <dgm:prSet presAssocID="{079C23CE-ED37-43F4-8F5E-2043BB5BBE59}" presName="textRect" presStyleLbl="revTx" presStyleIdx="1" presStyleCnt="4">
        <dgm:presLayoutVars>
          <dgm:chMax val="1"/>
          <dgm:chPref val="1"/>
        </dgm:presLayoutVars>
      </dgm:prSet>
      <dgm:spPr/>
    </dgm:pt>
    <dgm:pt modelId="{334C37F2-CBD7-43D0-8F06-0C4B331A6494}" type="pres">
      <dgm:prSet presAssocID="{A134C7BE-220C-4107-AFA2-B3779796AF73}" presName="sibTrans" presStyleLbl="sibTrans2D1" presStyleIdx="0" presStyleCnt="0"/>
      <dgm:spPr/>
    </dgm:pt>
    <dgm:pt modelId="{D0A954E8-0951-4F62-8D45-17FF1C933FD4}" type="pres">
      <dgm:prSet presAssocID="{1BA691AA-861C-4407-9ACF-EF10890C8979}" presName="compNode" presStyleCnt="0"/>
      <dgm:spPr/>
    </dgm:pt>
    <dgm:pt modelId="{6E61501C-A44C-4A48-B374-7C2F5BC83E7D}" type="pres">
      <dgm:prSet presAssocID="{1BA691AA-861C-4407-9ACF-EF10890C8979}" presName="iconBgRect" presStyleLbl="bgShp" presStyleIdx="2" presStyleCnt="4"/>
      <dgm:spPr/>
    </dgm:pt>
    <dgm:pt modelId="{3644755A-412B-403F-AF02-DD75F4CFF907}" type="pres">
      <dgm:prSet presAssocID="{1BA691AA-861C-4407-9ACF-EF10890C8979}" presName="iconRect" presStyleLbl="node1" presStyleIdx="2" presStyleCnt="4"/>
      <dgm:spPr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Bell"/>
        </a:ext>
      </dgm:extLst>
    </dgm:pt>
    <dgm:pt modelId="{62EF4EE2-91B5-457B-9A37-98913486DAF4}" type="pres">
      <dgm:prSet presAssocID="{1BA691AA-861C-4407-9ACF-EF10890C8979}" presName="spaceRect" presStyleCnt="0"/>
      <dgm:spPr/>
    </dgm:pt>
    <dgm:pt modelId="{1AD40674-98CF-4244-A0F1-0D54F915783E}" type="pres">
      <dgm:prSet presAssocID="{1BA691AA-861C-4407-9ACF-EF10890C8979}" presName="textRect" presStyleLbl="revTx" presStyleIdx="2" presStyleCnt="4">
        <dgm:presLayoutVars>
          <dgm:chMax val="1"/>
          <dgm:chPref val="1"/>
        </dgm:presLayoutVars>
      </dgm:prSet>
      <dgm:spPr/>
    </dgm:pt>
    <dgm:pt modelId="{A175C02E-C0B6-4BFE-9B44-B84628C45F59}" type="pres">
      <dgm:prSet presAssocID="{7871071C-BE57-4646-9100-7102D615C641}" presName="sibTrans" presStyleLbl="sibTrans2D1" presStyleIdx="0" presStyleCnt="0"/>
      <dgm:spPr/>
    </dgm:pt>
    <dgm:pt modelId="{0B3A0251-7C31-416C-B18D-6F861D94A919}" type="pres">
      <dgm:prSet presAssocID="{6E6270F9-34D5-4B36-9911-0B33E644DAA8}" presName="compNode" presStyleCnt="0"/>
      <dgm:spPr/>
    </dgm:pt>
    <dgm:pt modelId="{A86FCF64-49B1-4258-85C1-F8650F9F8FA6}" type="pres">
      <dgm:prSet presAssocID="{6E6270F9-34D5-4B36-9911-0B33E644DAA8}" presName="iconBgRect" presStyleLbl="bgShp" presStyleIdx="3" presStyleCnt="4"/>
      <dgm:spPr/>
    </dgm:pt>
    <dgm:pt modelId="{207DD978-33BF-4523-9B67-C4588460F36C}" type="pres">
      <dgm:prSet presAssocID="{6E6270F9-34D5-4B36-9911-0B33E644DAA8}" presName="iconRect" presStyleLbl="node1" presStyleIdx="3" presStyleCnt="4"/>
      <dgm:spPr>
        <a:blipFill>
          <a:blip xmlns:r="http://schemas.openxmlformats.org/officeDocument/2006/relationships"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Share With Person"/>
        </a:ext>
      </dgm:extLst>
    </dgm:pt>
    <dgm:pt modelId="{F851EC38-9E23-45B2-8374-827B31E60606}" type="pres">
      <dgm:prSet presAssocID="{6E6270F9-34D5-4B36-9911-0B33E644DAA8}" presName="spaceRect" presStyleCnt="0"/>
      <dgm:spPr/>
    </dgm:pt>
    <dgm:pt modelId="{1A580366-A4FB-4121-94DB-C20E99F8A93A}" type="pres">
      <dgm:prSet presAssocID="{6E6270F9-34D5-4B36-9911-0B33E644DAA8}" presName="textRect" presStyleLbl="revTx" presStyleIdx="3" presStyleCnt="4">
        <dgm:presLayoutVars>
          <dgm:chMax val="1"/>
          <dgm:chPref val="1"/>
        </dgm:presLayoutVars>
      </dgm:prSet>
      <dgm:spPr/>
    </dgm:pt>
  </dgm:ptLst>
  <dgm:cxnLst>
    <dgm:cxn modelId="{681F2807-CDC7-48C1-A4CA-0F887765D4F6}" type="presOf" srcId="{B158019B-771B-4AF7-90A7-306E13163856}" destId="{9107123B-DF86-4A28-A6ED-2E8780051C63}" srcOrd="0" destOrd="0" presId="urn:microsoft.com/office/officeart/2018/2/layout/IconCircleList"/>
    <dgm:cxn modelId="{EE74BB0F-70CE-4593-B0E9-C9814167FE27}" type="presOf" srcId="{6E6270F9-34D5-4B36-9911-0B33E644DAA8}" destId="{1A580366-A4FB-4121-94DB-C20E99F8A93A}" srcOrd="0" destOrd="0" presId="urn:microsoft.com/office/officeart/2018/2/layout/IconCircleList"/>
    <dgm:cxn modelId="{B04A4218-72D1-4BCA-9230-1A6D278955AF}" type="presOf" srcId="{079C23CE-ED37-43F4-8F5E-2043BB5BBE59}" destId="{16575ECA-A90A-48B9-AA03-D4F5FD485E98}" srcOrd="0" destOrd="0" presId="urn:microsoft.com/office/officeart/2018/2/layout/IconCircleList"/>
    <dgm:cxn modelId="{15D3865E-7805-4144-B819-3187B39BE7C8}" srcId="{B158019B-771B-4AF7-90A7-306E13163856}" destId="{44BEBBEF-D71B-48DE-8B81-0C68409D241A}" srcOrd="0" destOrd="0" parTransId="{3778C1B7-15C9-4280-B249-7DF74A9DEF61}" sibTransId="{57271894-C3D6-4E79-816F-857F6386A970}"/>
    <dgm:cxn modelId="{C3D2FD4E-AAED-41D8-AB47-DE39BAE09A4C}" type="presOf" srcId="{A134C7BE-220C-4107-AFA2-B3779796AF73}" destId="{334C37F2-CBD7-43D0-8F06-0C4B331A6494}" srcOrd="0" destOrd="0" presId="urn:microsoft.com/office/officeart/2018/2/layout/IconCircleList"/>
    <dgm:cxn modelId="{6698F287-B94D-4598-B087-B27BF19EE43C}" srcId="{B158019B-771B-4AF7-90A7-306E13163856}" destId="{079C23CE-ED37-43F4-8F5E-2043BB5BBE59}" srcOrd="1" destOrd="0" parTransId="{5E6AB842-616B-4B49-BB6A-0A05728E9F42}" sibTransId="{A134C7BE-220C-4107-AFA2-B3779796AF73}"/>
    <dgm:cxn modelId="{C23C7F88-8A33-418E-BDFF-F726068EA376}" srcId="{B158019B-771B-4AF7-90A7-306E13163856}" destId="{6E6270F9-34D5-4B36-9911-0B33E644DAA8}" srcOrd="3" destOrd="0" parTransId="{97121F84-BD34-4211-931F-B8C8014E0A45}" sibTransId="{1881F5B0-7C21-4026-9CD2-67C9971CD2FF}"/>
    <dgm:cxn modelId="{5A632B9A-9CF2-41C1-9D53-3D10512D5094}" srcId="{B158019B-771B-4AF7-90A7-306E13163856}" destId="{1BA691AA-861C-4407-9ACF-EF10890C8979}" srcOrd="2" destOrd="0" parTransId="{72F5B700-169A-4BC4-93D7-A56F9D3BB45B}" sibTransId="{7871071C-BE57-4646-9100-7102D615C641}"/>
    <dgm:cxn modelId="{C7090FAF-46F6-4496-9557-31D568C30670}" type="presOf" srcId="{44BEBBEF-D71B-48DE-8B81-0C68409D241A}" destId="{8E4CC424-885D-423F-9CB1-D7196B2B67BB}" srcOrd="0" destOrd="0" presId="urn:microsoft.com/office/officeart/2018/2/layout/IconCircleList"/>
    <dgm:cxn modelId="{DC45E3CD-12DC-4AD8-8B66-76D228B7DC50}" type="presOf" srcId="{1BA691AA-861C-4407-9ACF-EF10890C8979}" destId="{1AD40674-98CF-4244-A0F1-0D54F915783E}" srcOrd="0" destOrd="0" presId="urn:microsoft.com/office/officeart/2018/2/layout/IconCircleList"/>
    <dgm:cxn modelId="{DA39C0ED-692B-4634-9EAC-4786E9E26004}" type="presOf" srcId="{7871071C-BE57-4646-9100-7102D615C641}" destId="{A175C02E-C0B6-4BFE-9B44-B84628C45F59}" srcOrd="0" destOrd="0" presId="urn:microsoft.com/office/officeart/2018/2/layout/IconCircleList"/>
    <dgm:cxn modelId="{4671BAF6-122E-40B0-B8AD-9E17EE543845}" type="presOf" srcId="{57271894-C3D6-4E79-816F-857F6386A970}" destId="{E63FC26F-4AA1-4B7C-903F-FDD4FF3FC220}" srcOrd="0" destOrd="0" presId="urn:microsoft.com/office/officeart/2018/2/layout/IconCircleList"/>
    <dgm:cxn modelId="{B91102EC-2B39-4D0C-AE1C-0056408FF005}" type="presParOf" srcId="{9107123B-DF86-4A28-A6ED-2E8780051C63}" destId="{DE1F1122-89E7-4485-B2E1-EDBBD2374D1B}" srcOrd="0" destOrd="0" presId="urn:microsoft.com/office/officeart/2018/2/layout/IconCircleList"/>
    <dgm:cxn modelId="{0473E313-1039-42B3-9297-E8EF4455C30B}" type="presParOf" srcId="{DE1F1122-89E7-4485-B2E1-EDBBD2374D1B}" destId="{8AB0EAC6-A766-4732-AF1B-8A5156526893}" srcOrd="0" destOrd="0" presId="urn:microsoft.com/office/officeart/2018/2/layout/IconCircleList"/>
    <dgm:cxn modelId="{DBD69918-6463-4CDE-A96C-4E34EB57167A}" type="presParOf" srcId="{8AB0EAC6-A766-4732-AF1B-8A5156526893}" destId="{ACA47924-7979-4897-9803-E3AB3253219E}" srcOrd="0" destOrd="0" presId="urn:microsoft.com/office/officeart/2018/2/layout/IconCircleList"/>
    <dgm:cxn modelId="{DEAB386C-064D-433D-8C3B-D3A97B04D8A9}" type="presParOf" srcId="{8AB0EAC6-A766-4732-AF1B-8A5156526893}" destId="{1072BCCB-E591-4DD3-BADF-808B887FF1FF}" srcOrd="1" destOrd="0" presId="urn:microsoft.com/office/officeart/2018/2/layout/IconCircleList"/>
    <dgm:cxn modelId="{8AEF9269-7344-4E31-ABF0-37232BF3F727}" type="presParOf" srcId="{8AB0EAC6-A766-4732-AF1B-8A5156526893}" destId="{3ABFDF67-33E6-46B0-89B8-19265242D5A0}" srcOrd="2" destOrd="0" presId="urn:microsoft.com/office/officeart/2018/2/layout/IconCircleList"/>
    <dgm:cxn modelId="{BB86D051-80D3-42AA-88E7-D2DAB49D5F8D}" type="presParOf" srcId="{8AB0EAC6-A766-4732-AF1B-8A5156526893}" destId="{8E4CC424-885D-423F-9CB1-D7196B2B67BB}" srcOrd="3" destOrd="0" presId="urn:microsoft.com/office/officeart/2018/2/layout/IconCircleList"/>
    <dgm:cxn modelId="{07311860-AE07-47E8-938D-CB8500B71CA4}" type="presParOf" srcId="{DE1F1122-89E7-4485-B2E1-EDBBD2374D1B}" destId="{E63FC26F-4AA1-4B7C-903F-FDD4FF3FC220}" srcOrd="1" destOrd="0" presId="urn:microsoft.com/office/officeart/2018/2/layout/IconCircleList"/>
    <dgm:cxn modelId="{7D4974AF-3438-42DF-9413-FEC84AF60E3C}" type="presParOf" srcId="{DE1F1122-89E7-4485-B2E1-EDBBD2374D1B}" destId="{22B0851B-B6DF-47DA-A6E1-866F50A49A19}" srcOrd="2" destOrd="0" presId="urn:microsoft.com/office/officeart/2018/2/layout/IconCircleList"/>
    <dgm:cxn modelId="{5EA533B5-0325-41B7-A283-DA9B71D94A0F}" type="presParOf" srcId="{22B0851B-B6DF-47DA-A6E1-866F50A49A19}" destId="{C8E3BBDD-F919-47BC-883F-46A741ADA189}" srcOrd="0" destOrd="0" presId="urn:microsoft.com/office/officeart/2018/2/layout/IconCircleList"/>
    <dgm:cxn modelId="{4F490EFF-EFA5-4B99-903C-6EEFD86524A8}" type="presParOf" srcId="{22B0851B-B6DF-47DA-A6E1-866F50A49A19}" destId="{DDB2030E-AD11-4D32-BDAB-5AE6C95AD468}" srcOrd="1" destOrd="0" presId="urn:microsoft.com/office/officeart/2018/2/layout/IconCircleList"/>
    <dgm:cxn modelId="{7909AC0F-DCEB-4588-89FC-C44FBA000FEF}" type="presParOf" srcId="{22B0851B-B6DF-47DA-A6E1-866F50A49A19}" destId="{63AF794C-AFCE-4D38-98E0-FF13058C908E}" srcOrd="2" destOrd="0" presId="urn:microsoft.com/office/officeart/2018/2/layout/IconCircleList"/>
    <dgm:cxn modelId="{2F819C23-39C6-4B00-9B43-AB3D1ECD786D}" type="presParOf" srcId="{22B0851B-B6DF-47DA-A6E1-866F50A49A19}" destId="{16575ECA-A90A-48B9-AA03-D4F5FD485E98}" srcOrd="3" destOrd="0" presId="urn:microsoft.com/office/officeart/2018/2/layout/IconCircleList"/>
    <dgm:cxn modelId="{4A4A0DB4-C509-45AF-A739-0EB5BEADFB54}" type="presParOf" srcId="{DE1F1122-89E7-4485-B2E1-EDBBD2374D1B}" destId="{334C37F2-CBD7-43D0-8F06-0C4B331A6494}" srcOrd="3" destOrd="0" presId="urn:microsoft.com/office/officeart/2018/2/layout/IconCircleList"/>
    <dgm:cxn modelId="{88E786BC-55B8-4DDB-9C05-56CEDD0E1D74}" type="presParOf" srcId="{DE1F1122-89E7-4485-B2E1-EDBBD2374D1B}" destId="{D0A954E8-0951-4F62-8D45-17FF1C933FD4}" srcOrd="4" destOrd="0" presId="urn:microsoft.com/office/officeart/2018/2/layout/IconCircleList"/>
    <dgm:cxn modelId="{EECF291B-8B3B-43A2-B4E4-790FD5EEA0A0}" type="presParOf" srcId="{D0A954E8-0951-4F62-8D45-17FF1C933FD4}" destId="{6E61501C-A44C-4A48-B374-7C2F5BC83E7D}" srcOrd="0" destOrd="0" presId="urn:microsoft.com/office/officeart/2018/2/layout/IconCircleList"/>
    <dgm:cxn modelId="{744F9CEA-A4CA-41CD-AC74-34678CB174A2}" type="presParOf" srcId="{D0A954E8-0951-4F62-8D45-17FF1C933FD4}" destId="{3644755A-412B-403F-AF02-DD75F4CFF907}" srcOrd="1" destOrd="0" presId="urn:microsoft.com/office/officeart/2018/2/layout/IconCircleList"/>
    <dgm:cxn modelId="{47BC4E9F-0F0C-4B2E-A143-9404C45E7FA2}" type="presParOf" srcId="{D0A954E8-0951-4F62-8D45-17FF1C933FD4}" destId="{62EF4EE2-91B5-457B-9A37-98913486DAF4}" srcOrd="2" destOrd="0" presId="urn:microsoft.com/office/officeart/2018/2/layout/IconCircleList"/>
    <dgm:cxn modelId="{842DC19D-5AC3-454B-83FD-5ADA51403DA4}" type="presParOf" srcId="{D0A954E8-0951-4F62-8D45-17FF1C933FD4}" destId="{1AD40674-98CF-4244-A0F1-0D54F915783E}" srcOrd="3" destOrd="0" presId="urn:microsoft.com/office/officeart/2018/2/layout/IconCircleList"/>
    <dgm:cxn modelId="{FECF5E1F-9AE5-419F-87B6-3414574EAE44}" type="presParOf" srcId="{DE1F1122-89E7-4485-B2E1-EDBBD2374D1B}" destId="{A175C02E-C0B6-4BFE-9B44-B84628C45F59}" srcOrd="5" destOrd="0" presId="urn:microsoft.com/office/officeart/2018/2/layout/IconCircleList"/>
    <dgm:cxn modelId="{37FE1B74-79C7-47AA-B314-766E9CA3CEA2}" type="presParOf" srcId="{DE1F1122-89E7-4485-B2E1-EDBBD2374D1B}" destId="{0B3A0251-7C31-416C-B18D-6F861D94A919}" srcOrd="6" destOrd="0" presId="urn:microsoft.com/office/officeart/2018/2/layout/IconCircleList"/>
    <dgm:cxn modelId="{E508659E-A79D-420F-980E-745398D57F15}" type="presParOf" srcId="{0B3A0251-7C31-416C-B18D-6F861D94A919}" destId="{A86FCF64-49B1-4258-85C1-F8650F9F8FA6}" srcOrd="0" destOrd="0" presId="urn:microsoft.com/office/officeart/2018/2/layout/IconCircleList"/>
    <dgm:cxn modelId="{B27A4828-900C-4A20-A77F-AFD6887C69F4}" type="presParOf" srcId="{0B3A0251-7C31-416C-B18D-6F861D94A919}" destId="{207DD978-33BF-4523-9B67-C4588460F36C}" srcOrd="1" destOrd="0" presId="urn:microsoft.com/office/officeart/2018/2/layout/IconCircleList"/>
    <dgm:cxn modelId="{F1158F9D-D77D-4EB5-AC49-93F3325A348B}" type="presParOf" srcId="{0B3A0251-7C31-416C-B18D-6F861D94A919}" destId="{F851EC38-9E23-45B2-8374-827B31E60606}" srcOrd="2" destOrd="0" presId="urn:microsoft.com/office/officeart/2018/2/layout/IconCircleList"/>
    <dgm:cxn modelId="{53EF3982-4B3E-4E44-A6C0-207CB6AF7223}" type="presParOf" srcId="{0B3A0251-7C31-416C-B18D-6F861D94A919}" destId="{1A580366-A4FB-4121-94DB-C20E99F8A93A}" srcOrd="3" destOrd="0" presId="urn:microsoft.com/office/officeart/2018/2/layout/IconCircle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6.xml><?xml version="1.0" encoding="utf-8"?>
<dgm:dataModel xmlns:dgm="http://schemas.openxmlformats.org/drawingml/2006/diagram" xmlns:a="http://schemas.openxmlformats.org/drawingml/2006/main">
  <dgm:ptLst>
    <dgm:pt modelId="{D5AB3CC4-3719-49D8-9595-23B6F55E0F59}" type="doc">
      <dgm:prSet loTypeId="urn:microsoft.com/office/officeart/2018/2/layout/IconVerticalSolidList" loCatId="icon" qsTypeId="urn:microsoft.com/office/officeart/2005/8/quickstyle/simple1" qsCatId="simple" csTypeId="urn:microsoft.com/office/officeart/2018/5/colors/Iconchunking_neutralbg_colorful1" csCatId="colorful" phldr="1"/>
      <dgm:spPr/>
      <dgm:t>
        <a:bodyPr/>
        <a:lstStyle/>
        <a:p>
          <a:endParaRPr lang="en-US"/>
        </a:p>
      </dgm:t>
    </dgm:pt>
    <dgm:pt modelId="{181FC089-EB2A-4991-9CF3-9802B5F9E5C3}">
      <dgm:prSet/>
      <dgm:spPr/>
      <dgm:t>
        <a:bodyPr/>
        <a:lstStyle/>
        <a:p>
          <a:r>
            <a:rPr lang="en-US" b="1"/>
            <a:t>Inventory Savings:</a:t>
          </a:r>
          <a:r>
            <a:rPr lang="en-US"/>
            <a:t> </a:t>
          </a:r>
          <a:r>
            <a:rPr lang="en-US" b="1"/>
            <a:t>$2.4M</a:t>
          </a:r>
          <a:r>
            <a:rPr lang="en-US"/>
            <a:t> annual savings projected.</a:t>
          </a:r>
        </a:p>
      </dgm:t>
    </dgm:pt>
    <dgm:pt modelId="{16BDF7CE-D370-40DF-AFE8-E97B3B4DF036}" type="parTrans" cxnId="{063D8CA4-9B2D-4836-B44C-EE98B03B152D}">
      <dgm:prSet/>
      <dgm:spPr/>
      <dgm:t>
        <a:bodyPr/>
        <a:lstStyle/>
        <a:p>
          <a:endParaRPr lang="en-US"/>
        </a:p>
      </dgm:t>
    </dgm:pt>
    <dgm:pt modelId="{BFA9EAC5-C7E4-4597-905C-1070859A7BE2}" type="sibTrans" cxnId="{063D8CA4-9B2D-4836-B44C-EE98B03B152D}">
      <dgm:prSet/>
      <dgm:spPr/>
      <dgm:t>
        <a:bodyPr/>
        <a:lstStyle/>
        <a:p>
          <a:endParaRPr lang="en-US"/>
        </a:p>
      </dgm:t>
    </dgm:pt>
    <dgm:pt modelId="{056DF56A-5605-4FD7-A6F4-CE81AB162FCA}">
      <dgm:prSet/>
      <dgm:spPr/>
      <dgm:t>
        <a:bodyPr/>
        <a:lstStyle/>
        <a:p>
          <a:r>
            <a:rPr lang="en-US" b="1"/>
            <a:t>Staff Efficiency:</a:t>
          </a:r>
          <a:r>
            <a:rPr lang="en-US"/>
            <a:t> 20% optimization in labor costs.</a:t>
          </a:r>
        </a:p>
      </dgm:t>
    </dgm:pt>
    <dgm:pt modelId="{98D1CB74-1AE9-4D17-A517-8124C427228C}" type="parTrans" cxnId="{F912E6B2-D467-4CC4-BDDA-6C750F101A2C}">
      <dgm:prSet/>
      <dgm:spPr/>
      <dgm:t>
        <a:bodyPr/>
        <a:lstStyle/>
        <a:p>
          <a:endParaRPr lang="en-US"/>
        </a:p>
      </dgm:t>
    </dgm:pt>
    <dgm:pt modelId="{D5F26FD7-3AA2-4C9D-B453-D229ADC7C6D9}" type="sibTrans" cxnId="{F912E6B2-D467-4CC4-BDDA-6C750F101A2C}">
      <dgm:prSet/>
      <dgm:spPr/>
      <dgm:t>
        <a:bodyPr/>
        <a:lstStyle/>
        <a:p>
          <a:endParaRPr lang="en-US"/>
        </a:p>
      </dgm:t>
    </dgm:pt>
    <dgm:pt modelId="{AE04F50C-CE1F-4831-B3F3-FA2F41E05EB9}">
      <dgm:prSet/>
      <dgm:spPr/>
      <dgm:t>
        <a:bodyPr/>
        <a:lstStyle/>
        <a:p>
          <a:r>
            <a:rPr lang="en-US" b="1"/>
            <a:t>Net Value:</a:t>
          </a:r>
          <a:r>
            <a:rPr lang="en-US"/>
            <a:t> Projected </a:t>
          </a:r>
          <a:r>
            <a:rPr lang="en-US" b="1"/>
            <a:t>$7.1 Million ROI</a:t>
          </a:r>
          <a:r>
            <a:rPr lang="en-US"/>
            <a:t>.</a:t>
          </a:r>
        </a:p>
      </dgm:t>
    </dgm:pt>
    <dgm:pt modelId="{23637C76-00C6-4001-B5A3-98D21B482430}" type="parTrans" cxnId="{6DB180BA-CAAC-459A-A60D-3CE05F84B6FA}">
      <dgm:prSet/>
      <dgm:spPr/>
      <dgm:t>
        <a:bodyPr/>
        <a:lstStyle/>
        <a:p>
          <a:endParaRPr lang="en-US"/>
        </a:p>
      </dgm:t>
    </dgm:pt>
    <dgm:pt modelId="{D961C26B-8941-437D-BE82-9CCD71A16B6B}" type="sibTrans" cxnId="{6DB180BA-CAAC-459A-A60D-3CE05F84B6FA}">
      <dgm:prSet/>
      <dgm:spPr/>
      <dgm:t>
        <a:bodyPr/>
        <a:lstStyle/>
        <a:p>
          <a:endParaRPr lang="en-US"/>
        </a:p>
      </dgm:t>
    </dgm:pt>
    <dgm:pt modelId="{9D888997-BE45-4BF2-9042-95EF7E23D20C}" type="pres">
      <dgm:prSet presAssocID="{D5AB3CC4-3719-49D8-9595-23B6F55E0F59}" presName="root" presStyleCnt="0">
        <dgm:presLayoutVars>
          <dgm:dir/>
          <dgm:resizeHandles val="exact"/>
        </dgm:presLayoutVars>
      </dgm:prSet>
      <dgm:spPr/>
    </dgm:pt>
    <dgm:pt modelId="{6060127B-0721-4E1E-B838-EDC7A1F78CAE}" type="pres">
      <dgm:prSet presAssocID="{181FC089-EB2A-4991-9CF3-9802B5F9E5C3}" presName="compNode" presStyleCnt="0"/>
      <dgm:spPr/>
    </dgm:pt>
    <dgm:pt modelId="{6BA63356-541C-4362-B8F6-980C7154DA99}" type="pres">
      <dgm:prSet presAssocID="{181FC089-EB2A-4991-9CF3-9802B5F9E5C3}" presName="bgRect" presStyleLbl="bgShp" presStyleIdx="0" presStyleCnt="3"/>
      <dgm:spPr/>
    </dgm:pt>
    <dgm:pt modelId="{7562AE72-7C0B-4C9C-B25B-9F214B7E7D9B}" type="pres">
      <dgm:prSet presAssocID="{181FC089-EB2A-4991-9CF3-9802B5F9E5C3}" presName="iconRect" presStyleLbl="node1" presStyleIdx="0" presStyleCnt="3"/>
      <dgm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Piggy Bank"/>
        </a:ext>
      </dgm:extLst>
    </dgm:pt>
    <dgm:pt modelId="{AFB7B1F3-DE73-4887-ABD7-1C01D2F41F47}" type="pres">
      <dgm:prSet presAssocID="{181FC089-EB2A-4991-9CF3-9802B5F9E5C3}" presName="spaceRect" presStyleCnt="0"/>
      <dgm:spPr/>
    </dgm:pt>
    <dgm:pt modelId="{11AE2460-89CD-4A69-9129-5004D144A6CC}" type="pres">
      <dgm:prSet presAssocID="{181FC089-EB2A-4991-9CF3-9802B5F9E5C3}" presName="parTx" presStyleLbl="revTx" presStyleIdx="0" presStyleCnt="3">
        <dgm:presLayoutVars>
          <dgm:chMax val="0"/>
          <dgm:chPref val="0"/>
        </dgm:presLayoutVars>
      </dgm:prSet>
      <dgm:spPr/>
    </dgm:pt>
    <dgm:pt modelId="{633F9785-AC33-46CA-949F-D2E249342D2A}" type="pres">
      <dgm:prSet presAssocID="{BFA9EAC5-C7E4-4597-905C-1070859A7BE2}" presName="sibTrans" presStyleCnt="0"/>
      <dgm:spPr/>
    </dgm:pt>
    <dgm:pt modelId="{5A9BD9A8-FC3D-4A02-8E63-BCAC651FFBFB}" type="pres">
      <dgm:prSet presAssocID="{056DF56A-5605-4FD7-A6F4-CE81AB162FCA}" presName="compNode" presStyleCnt="0"/>
      <dgm:spPr/>
    </dgm:pt>
    <dgm:pt modelId="{DB92E665-25E0-4C27-A065-BD44D5A8C677}" type="pres">
      <dgm:prSet presAssocID="{056DF56A-5605-4FD7-A6F4-CE81AB162FCA}" presName="bgRect" presStyleLbl="bgShp" presStyleIdx="1" presStyleCnt="3"/>
      <dgm:spPr/>
    </dgm:pt>
    <dgm:pt modelId="{08C7AC97-71C3-4F1E-8BD9-E72D81BA8E27}" type="pres">
      <dgm:prSet presAssocID="{056DF56A-5605-4FD7-A6F4-CE81AB162FCA}" presName="iconRect" presStyleLbl="node1" presStyleIdx="1" presStyleCnt="3"/>
      <dgm:spPr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Robot"/>
        </a:ext>
      </dgm:extLst>
    </dgm:pt>
    <dgm:pt modelId="{9B2663F1-F730-4AE5-9DE8-A07894486B52}" type="pres">
      <dgm:prSet presAssocID="{056DF56A-5605-4FD7-A6F4-CE81AB162FCA}" presName="spaceRect" presStyleCnt="0"/>
      <dgm:spPr/>
    </dgm:pt>
    <dgm:pt modelId="{1884B4EB-0A93-4D52-992A-2C821C378FF9}" type="pres">
      <dgm:prSet presAssocID="{056DF56A-5605-4FD7-A6F4-CE81AB162FCA}" presName="parTx" presStyleLbl="revTx" presStyleIdx="1" presStyleCnt="3">
        <dgm:presLayoutVars>
          <dgm:chMax val="0"/>
          <dgm:chPref val="0"/>
        </dgm:presLayoutVars>
      </dgm:prSet>
      <dgm:spPr/>
    </dgm:pt>
    <dgm:pt modelId="{91460E74-CA0C-497E-BE6A-57FE10EC9E2D}" type="pres">
      <dgm:prSet presAssocID="{D5F26FD7-3AA2-4C9D-B453-D229ADC7C6D9}" presName="sibTrans" presStyleCnt="0"/>
      <dgm:spPr/>
    </dgm:pt>
    <dgm:pt modelId="{B8DC87E1-E503-4824-BC99-2861CA34355F}" type="pres">
      <dgm:prSet presAssocID="{AE04F50C-CE1F-4831-B3F3-FA2F41E05EB9}" presName="compNode" presStyleCnt="0"/>
      <dgm:spPr/>
    </dgm:pt>
    <dgm:pt modelId="{73A8479D-3FDF-431F-AB7A-7EAC58E21D7F}" type="pres">
      <dgm:prSet presAssocID="{AE04F50C-CE1F-4831-B3F3-FA2F41E05EB9}" presName="bgRect" presStyleLbl="bgShp" presStyleIdx="2" presStyleCnt="3"/>
      <dgm:spPr/>
    </dgm:pt>
    <dgm:pt modelId="{F54A8683-4AFD-4C08-A7C0-05012A6966C2}" type="pres">
      <dgm:prSet presAssocID="{AE04F50C-CE1F-4831-B3F3-FA2F41E05EB9}" presName="iconRect" presStyleLbl="node1" presStyleIdx="2" presStyleCnt="3"/>
      <dgm:spPr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Dollar"/>
        </a:ext>
      </dgm:extLst>
    </dgm:pt>
    <dgm:pt modelId="{79DD51B4-1111-475E-B416-745AC70543A3}" type="pres">
      <dgm:prSet presAssocID="{AE04F50C-CE1F-4831-B3F3-FA2F41E05EB9}" presName="spaceRect" presStyleCnt="0"/>
      <dgm:spPr/>
    </dgm:pt>
    <dgm:pt modelId="{21F9D758-9FE6-43FD-A987-81D79AF128A0}" type="pres">
      <dgm:prSet presAssocID="{AE04F50C-CE1F-4831-B3F3-FA2F41E05EB9}" presName="parTx" presStyleLbl="revTx" presStyleIdx="2" presStyleCnt="3">
        <dgm:presLayoutVars>
          <dgm:chMax val="0"/>
          <dgm:chPref val="0"/>
        </dgm:presLayoutVars>
      </dgm:prSet>
      <dgm:spPr/>
    </dgm:pt>
  </dgm:ptLst>
  <dgm:cxnLst>
    <dgm:cxn modelId="{68ECD568-3B51-45BF-809B-E96FF4D10A6C}" type="presOf" srcId="{056DF56A-5605-4FD7-A6F4-CE81AB162FCA}" destId="{1884B4EB-0A93-4D52-992A-2C821C378FF9}" srcOrd="0" destOrd="0" presId="urn:microsoft.com/office/officeart/2018/2/layout/IconVerticalSolidList"/>
    <dgm:cxn modelId="{40279D4F-07B5-4113-B3E7-7B3729CCE76E}" type="presOf" srcId="{181FC089-EB2A-4991-9CF3-9802B5F9E5C3}" destId="{11AE2460-89CD-4A69-9129-5004D144A6CC}" srcOrd="0" destOrd="0" presId="urn:microsoft.com/office/officeart/2018/2/layout/IconVerticalSolidList"/>
    <dgm:cxn modelId="{B50EEE97-3A33-40C9-B31A-51BEFF27567A}" type="presOf" srcId="{AE04F50C-CE1F-4831-B3F3-FA2F41E05EB9}" destId="{21F9D758-9FE6-43FD-A987-81D79AF128A0}" srcOrd="0" destOrd="0" presId="urn:microsoft.com/office/officeart/2018/2/layout/IconVerticalSolidList"/>
    <dgm:cxn modelId="{063D8CA4-9B2D-4836-B44C-EE98B03B152D}" srcId="{D5AB3CC4-3719-49D8-9595-23B6F55E0F59}" destId="{181FC089-EB2A-4991-9CF3-9802B5F9E5C3}" srcOrd="0" destOrd="0" parTransId="{16BDF7CE-D370-40DF-AFE8-E97B3B4DF036}" sibTransId="{BFA9EAC5-C7E4-4597-905C-1070859A7BE2}"/>
    <dgm:cxn modelId="{2F8C06A8-E122-4FDD-B4B3-67A9D9F23349}" type="presOf" srcId="{D5AB3CC4-3719-49D8-9595-23B6F55E0F59}" destId="{9D888997-BE45-4BF2-9042-95EF7E23D20C}" srcOrd="0" destOrd="0" presId="urn:microsoft.com/office/officeart/2018/2/layout/IconVerticalSolidList"/>
    <dgm:cxn modelId="{F912E6B2-D467-4CC4-BDDA-6C750F101A2C}" srcId="{D5AB3CC4-3719-49D8-9595-23B6F55E0F59}" destId="{056DF56A-5605-4FD7-A6F4-CE81AB162FCA}" srcOrd="1" destOrd="0" parTransId="{98D1CB74-1AE9-4D17-A517-8124C427228C}" sibTransId="{D5F26FD7-3AA2-4C9D-B453-D229ADC7C6D9}"/>
    <dgm:cxn modelId="{6DB180BA-CAAC-459A-A60D-3CE05F84B6FA}" srcId="{D5AB3CC4-3719-49D8-9595-23B6F55E0F59}" destId="{AE04F50C-CE1F-4831-B3F3-FA2F41E05EB9}" srcOrd="2" destOrd="0" parTransId="{23637C76-00C6-4001-B5A3-98D21B482430}" sibTransId="{D961C26B-8941-437D-BE82-9CCD71A16B6B}"/>
    <dgm:cxn modelId="{F5791422-82B3-4DEE-9565-B29CE8953CAA}" type="presParOf" srcId="{9D888997-BE45-4BF2-9042-95EF7E23D20C}" destId="{6060127B-0721-4E1E-B838-EDC7A1F78CAE}" srcOrd="0" destOrd="0" presId="urn:microsoft.com/office/officeart/2018/2/layout/IconVerticalSolidList"/>
    <dgm:cxn modelId="{F2E29677-55E5-4F87-9163-887F63FEF016}" type="presParOf" srcId="{6060127B-0721-4E1E-B838-EDC7A1F78CAE}" destId="{6BA63356-541C-4362-B8F6-980C7154DA99}" srcOrd="0" destOrd="0" presId="urn:microsoft.com/office/officeart/2018/2/layout/IconVerticalSolidList"/>
    <dgm:cxn modelId="{E612F366-5E0F-47EC-BC6F-2F66FF16EFC1}" type="presParOf" srcId="{6060127B-0721-4E1E-B838-EDC7A1F78CAE}" destId="{7562AE72-7C0B-4C9C-B25B-9F214B7E7D9B}" srcOrd="1" destOrd="0" presId="urn:microsoft.com/office/officeart/2018/2/layout/IconVerticalSolidList"/>
    <dgm:cxn modelId="{BF5D625E-98B8-4666-9150-F44E40D9C17C}" type="presParOf" srcId="{6060127B-0721-4E1E-B838-EDC7A1F78CAE}" destId="{AFB7B1F3-DE73-4887-ABD7-1C01D2F41F47}" srcOrd="2" destOrd="0" presId="urn:microsoft.com/office/officeart/2018/2/layout/IconVerticalSolidList"/>
    <dgm:cxn modelId="{86159ECE-8937-446C-987A-6F86CA40E5AC}" type="presParOf" srcId="{6060127B-0721-4E1E-B838-EDC7A1F78CAE}" destId="{11AE2460-89CD-4A69-9129-5004D144A6CC}" srcOrd="3" destOrd="0" presId="urn:microsoft.com/office/officeart/2018/2/layout/IconVerticalSolidList"/>
    <dgm:cxn modelId="{7EDAC2C9-08A2-44D2-98A1-41F46462B887}" type="presParOf" srcId="{9D888997-BE45-4BF2-9042-95EF7E23D20C}" destId="{633F9785-AC33-46CA-949F-D2E249342D2A}" srcOrd="1" destOrd="0" presId="urn:microsoft.com/office/officeart/2018/2/layout/IconVerticalSolidList"/>
    <dgm:cxn modelId="{76395A23-22FF-443D-8704-CB1EA007E48F}" type="presParOf" srcId="{9D888997-BE45-4BF2-9042-95EF7E23D20C}" destId="{5A9BD9A8-FC3D-4A02-8E63-BCAC651FFBFB}" srcOrd="2" destOrd="0" presId="urn:microsoft.com/office/officeart/2018/2/layout/IconVerticalSolidList"/>
    <dgm:cxn modelId="{B3B82419-E052-4DDF-A878-700FA83D374C}" type="presParOf" srcId="{5A9BD9A8-FC3D-4A02-8E63-BCAC651FFBFB}" destId="{DB92E665-25E0-4C27-A065-BD44D5A8C677}" srcOrd="0" destOrd="0" presId="urn:microsoft.com/office/officeart/2018/2/layout/IconVerticalSolidList"/>
    <dgm:cxn modelId="{3302662A-35CC-48B3-88A0-97C040FABEB5}" type="presParOf" srcId="{5A9BD9A8-FC3D-4A02-8E63-BCAC651FFBFB}" destId="{08C7AC97-71C3-4F1E-8BD9-E72D81BA8E27}" srcOrd="1" destOrd="0" presId="urn:microsoft.com/office/officeart/2018/2/layout/IconVerticalSolidList"/>
    <dgm:cxn modelId="{6FBE69C3-C48C-443E-9AF6-7FEB5D5A7F6A}" type="presParOf" srcId="{5A9BD9A8-FC3D-4A02-8E63-BCAC651FFBFB}" destId="{9B2663F1-F730-4AE5-9DE8-A07894486B52}" srcOrd="2" destOrd="0" presId="urn:microsoft.com/office/officeart/2018/2/layout/IconVerticalSolidList"/>
    <dgm:cxn modelId="{CC063601-6550-45D8-8CF8-B9D75281A147}" type="presParOf" srcId="{5A9BD9A8-FC3D-4A02-8E63-BCAC651FFBFB}" destId="{1884B4EB-0A93-4D52-992A-2C821C378FF9}" srcOrd="3" destOrd="0" presId="urn:microsoft.com/office/officeart/2018/2/layout/IconVerticalSolidList"/>
    <dgm:cxn modelId="{7E64C70E-A269-4414-A8E5-C72E784291F2}" type="presParOf" srcId="{9D888997-BE45-4BF2-9042-95EF7E23D20C}" destId="{91460E74-CA0C-497E-BE6A-57FE10EC9E2D}" srcOrd="3" destOrd="0" presId="urn:microsoft.com/office/officeart/2018/2/layout/IconVerticalSolidList"/>
    <dgm:cxn modelId="{218F9F19-8FCC-480E-B97D-ACBFABCEFC8F}" type="presParOf" srcId="{9D888997-BE45-4BF2-9042-95EF7E23D20C}" destId="{B8DC87E1-E503-4824-BC99-2861CA34355F}" srcOrd="4" destOrd="0" presId="urn:microsoft.com/office/officeart/2018/2/layout/IconVerticalSolidList"/>
    <dgm:cxn modelId="{0BF49AB7-37F6-499E-BC7F-5B71092C6F8F}" type="presParOf" srcId="{B8DC87E1-E503-4824-BC99-2861CA34355F}" destId="{73A8479D-3FDF-431F-AB7A-7EAC58E21D7F}" srcOrd="0" destOrd="0" presId="urn:microsoft.com/office/officeart/2018/2/layout/IconVerticalSolidList"/>
    <dgm:cxn modelId="{28D28125-0796-4932-947A-F6417B64DD98}" type="presParOf" srcId="{B8DC87E1-E503-4824-BC99-2861CA34355F}" destId="{F54A8683-4AFD-4C08-A7C0-05012A6966C2}" srcOrd="1" destOrd="0" presId="urn:microsoft.com/office/officeart/2018/2/layout/IconVerticalSolidList"/>
    <dgm:cxn modelId="{C5F36F50-7AFE-4829-93C7-818022A76B20}" type="presParOf" srcId="{B8DC87E1-E503-4824-BC99-2861CA34355F}" destId="{79DD51B4-1111-475E-B416-745AC70543A3}" srcOrd="2" destOrd="0" presId="urn:microsoft.com/office/officeart/2018/2/layout/IconVerticalSolidList"/>
    <dgm:cxn modelId="{BF34E7BD-132F-4BE3-A810-C671A7D27C27}" type="presParOf" srcId="{B8DC87E1-E503-4824-BC99-2861CA34355F}" destId="{21F9D758-9FE6-43FD-A987-81D79AF128A0}" srcOrd="3" destOrd="0" presId="urn:microsoft.com/office/officeart/2018/2/layout/IconVerticalSolid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7.xml><?xml version="1.0" encoding="utf-8"?>
<dgm:dataModel xmlns:dgm="http://schemas.openxmlformats.org/drawingml/2006/diagram" xmlns:a="http://schemas.openxmlformats.org/drawingml/2006/main">
  <dgm:ptLst>
    <dgm:pt modelId="{6307FA54-7205-4B99-80EF-FEB5F6ED282F}" type="doc">
      <dgm:prSet loTypeId="urn:microsoft.com/office/officeart/2005/8/layout/hierarchy1" loCatId="hierarchy" qsTypeId="urn:microsoft.com/office/officeart/2005/8/quickstyle/simple1" qsCatId="simple" csTypeId="urn:microsoft.com/office/officeart/2005/8/colors/colorful1" csCatId="colorful"/>
      <dgm:spPr/>
      <dgm:t>
        <a:bodyPr/>
        <a:lstStyle/>
        <a:p>
          <a:endParaRPr lang="en-US"/>
        </a:p>
      </dgm:t>
    </dgm:pt>
    <dgm:pt modelId="{63DA5A2D-4391-4D30-A9E4-7F8D192EEB8F}">
      <dgm:prSet/>
      <dgm:spPr/>
      <dgm:t>
        <a:bodyPr/>
        <a:lstStyle/>
        <a:p>
          <a:r>
            <a:rPr lang="it-IT" b="1"/>
            <a:t>Data:</a:t>
          </a:r>
          <a:r>
            <a:rPr lang="it-IT"/>
            <a:t> Integrate social media/sentiment analysis.</a:t>
          </a:r>
          <a:endParaRPr lang="en-US"/>
        </a:p>
      </dgm:t>
    </dgm:pt>
    <dgm:pt modelId="{CE13C90C-D89C-4520-8DCC-9E3275FB4C7A}" type="parTrans" cxnId="{ECFA7881-1EBB-48B1-9751-23DE37451E39}">
      <dgm:prSet/>
      <dgm:spPr/>
      <dgm:t>
        <a:bodyPr/>
        <a:lstStyle/>
        <a:p>
          <a:endParaRPr lang="en-US"/>
        </a:p>
      </dgm:t>
    </dgm:pt>
    <dgm:pt modelId="{4D3545E7-51F3-47FF-BCBD-A667E891E8A3}" type="sibTrans" cxnId="{ECFA7881-1EBB-48B1-9751-23DE37451E39}">
      <dgm:prSet/>
      <dgm:spPr/>
      <dgm:t>
        <a:bodyPr/>
        <a:lstStyle/>
        <a:p>
          <a:endParaRPr lang="en-US"/>
        </a:p>
      </dgm:t>
    </dgm:pt>
    <dgm:pt modelId="{876AD8E4-DFCF-40C8-895A-21FDDDA767BA}">
      <dgm:prSet/>
      <dgm:spPr/>
      <dgm:t>
        <a:bodyPr/>
        <a:lstStyle/>
        <a:p>
          <a:r>
            <a:rPr lang="en-US" b="1"/>
            <a:t>Model:</a:t>
          </a:r>
          <a:r>
            <a:rPr lang="en-US"/>
            <a:t> Explore advanced </a:t>
          </a:r>
          <a:r>
            <a:rPr lang="en-US" b="1"/>
            <a:t>LSTM/Transformer</a:t>
          </a:r>
          <a:r>
            <a:rPr lang="en-US"/>
            <a:t> models.</a:t>
          </a:r>
        </a:p>
      </dgm:t>
    </dgm:pt>
    <dgm:pt modelId="{31A19183-0403-4772-94BD-94DD398C068E}" type="parTrans" cxnId="{0A2C1090-2F40-4621-9FEB-BBCA520F018A}">
      <dgm:prSet/>
      <dgm:spPr/>
      <dgm:t>
        <a:bodyPr/>
        <a:lstStyle/>
        <a:p>
          <a:endParaRPr lang="en-US"/>
        </a:p>
      </dgm:t>
    </dgm:pt>
    <dgm:pt modelId="{E96B9AF2-6D88-4FBE-9FDB-EF0D45D68CD9}" type="sibTrans" cxnId="{0A2C1090-2F40-4621-9FEB-BBCA520F018A}">
      <dgm:prSet/>
      <dgm:spPr/>
      <dgm:t>
        <a:bodyPr/>
        <a:lstStyle/>
        <a:p>
          <a:endParaRPr lang="en-US"/>
        </a:p>
      </dgm:t>
    </dgm:pt>
    <dgm:pt modelId="{ED07F2D8-2E89-4426-BFF1-A3796778D7F2}">
      <dgm:prSet/>
      <dgm:spPr/>
      <dgm:t>
        <a:bodyPr/>
        <a:lstStyle/>
        <a:p>
          <a:r>
            <a:rPr lang="en-US" b="1"/>
            <a:t>Scaling:</a:t>
          </a:r>
          <a:r>
            <a:rPr lang="en-US"/>
            <a:t> Move to enterprise-grade </a:t>
          </a:r>
          <a:r>
            <a:rPr lang="en-US" b="1"/>
            <a:t>Cloud MLOps Platform</a:t>
          </a:r>
          <a:r>
            <a:rPr lang="en-US"/>
            <a:t> (AWS/Azure).</a:t>
          </a:r>
        </a:p>
      </dgm:t>
    </dgm:pt>
    <dgm:pt modelId="{D83C049C-6D18-43B6-83F6-A01A9E6F2DC0}" type="parTrans" cxnId="{6C9F90B0-ABCD-4950-BACD-6BAAF65ED50F}">
      <dgm:prSet/>
      <dgm:spPr/>
      <dgm:t>
        <a:bodyPr/>
        <a:lstStyle/>
        <a:p>
          <a:endParaRPr lang="en-US"/>
        </a:p>
      </dgm:t>
    </dgm:pt>
    <dgm:pt modelId="{B22ED6A4-B25D-4DA3-9617-4C40591070A4}" type="sibTrans" cxnId="{6C9F90B0-ABCD-4950-BACD-6BAAF65ED50F}">
      <dgm:prSet/>
      <dgm:spPr/>
      <dgm:t>
        <a:bodyPr/>
        <a:lstStyle/>
        <a:p>
          <a:endParaRPr lang="en-US"/>
        </a:p>
      </dgm:t>
    </dgm:pt>
    <dgm:pt modelId="{EC6AEF17-B68A-4A09-AF17-7F2797127E3D}" type="pres">
      <dgm:prSet presAssocID="{6307FA54-7205-4B99-80EF-FEB5F6ED282F}" presName="hierChild1" presStyleCnt="0">
        <dgm:presLayoutVars>
          <dgm:chPref val="1"/>
          <dgm:dir/>
          <dgm:animOne val="branch"/>
          <dgm:animLvl val="lvl"/>
          <dgm:resizeHandles/>
        </dgm:presLayoutVars>
      </dgm:prSet>
      <dgm:spPr/>
    </dgm:pt>
    <dgm:pt modelId="{68AA3323-EDB0-4CD1-AD66-1980AF3CFE49}" type="pres">
      <dgm:prSet presAssocID="{63DA5A2D-4391-4D30-A9E4-7F8D192EEB8F}" presName="hierRoot1" presStyleCnt="0"/>
      <dgm:spPr/>
    </dgm:pt>
    <dgm:pt modelId="{7724B241-CA12-431F-98C9-3B8FC90A5564}" type="pres">
      <dgm:prSet presAssocID="{63DA5A2D-4391-4D30-A9E4-7F8D192EEB8F}" presName="composite" presStyleCnt="0"/>
      <dgm:spPr/>
    </dgm:pt>
    <dgm:pt modelId="{100B9BE1-6036-45C2-96AC-F3E488680CC9}" type="pres">
      <dgm:prSet presAssocID="{63DA5A2D-4391-4D30-A9E4-7F8D192EEB8F}" presName="background" presStyleLbl="node0" presStyleIdx="0" presStyleCnt="3"/>
      <dgm:spPr/>
    </dgm:pt>
    <dgm:pt modelId="{C6A7230D-809C-431D-A84D-A09E8AAF7D27}" type="pres">
      <dgm:prSet presAssocID="{63DA5A2D-4391-4D30-A9E4-7F8D192EEB8F}" presName="text" presStyleLbl="fgAcc0" presStyleIdx="0" presStyleCnt="3">
        <dgm:presLayoutVars>
          <dgm:chPref val="3"/>
        </dgm:presLayoutVars>
      </dgm:prSet>
      <dgm:spPr/>
    </dgm:pt>
    <dgm:pt modelId="{1EF9FF32-E99F-478E-B131-9347B43F987E}" type="pres">
      <dgm:prSet presAssocID="{63DA5A2D-4391-4D30-A9E4-7F8D192EEB8F}" presName="hierChild2" presStyleCnt="0"/>
      <dgm:spPr/>
    </dgm:pt>
    <dgm:pt modelId="{C468BF52-2C7C-4B33-A04E-D83231A114DF}" type="pres">
      <dgm:prSet presAssocID="{876AD8E4-DFCF-40C8-895A-21FDDDA767BA}" presName="hierRoot1" presStyleCnt="0"/>
      <dgm:spPr/>
    </dgm:pt>
    <dgm:pt modelId="{9EFDA103-C650-4DA1-991C-83E943B01BDE}" type="pres">
      <dgm:prSet presAssocID="{876AD8E4-DFCF-40C8-895A-21FDDDA767BA}" presName="composite" presStyleCnt="0"/>
      <dgm:spPr/>
    </dgm:pt>
    <dgm:pt modelId="{4BF277A5-31D0-4BF8-8308-9229460F16BB}" type="pres">
      <dgm:prSet presAssocID="{876AD8E4-DFCF-40C8-895A-21FDDDA767BA}" presName="background" presStyleLbl="node0" presStyleIdx="1" presStyleCnt="3"/>
      <dgm:spPr/>
    </dgm:pt>
    <dgm:pt modelId="{7279185F-8553-4073-9AAE-447DF51BB883}" type="pres">
      <dgm:prSet presAssocID="{876AD8E4-DFCF-40C8-895A-21FDDDA767BA}" presName="text" presStyleLbl="fgAcc0" presStyleIdx="1" presStyleCnt="3">
        <dgm:presLayoutVars>
          <dgm:chPref val="3"/>
        </dgm:presLayoutVars>
      </dgm:prSet>
      <dgm:spPr/>
    </dgm:pt>
    <dgm:pt modelId="{E3F24DB0-52BA-43B9-9C30-35BCFBD651D5}" type="pres">
      <dgm:prSet presAssocID="{876AD8E4-DFCF-40C8-895A-21FDDDA767BA}" presName="hierChild2" presStyleCnt="0"/>
      <dgm:spPr/>
    </dgm:pt>
    <dgm:pt modelId="{2C8902C9-02BD-4319-810A-3FA6053EF47D}" type="pres">
      <dgm:prSet presAssocID="{ED07F2D8-2E89-4426-BFF1-A3796778D7F2}" presName="hierRoot1" presStyleCnt="0"/>
      <dgm:spPr/>
    </dgm:pt>
    <dgm:pt modelId="{FA766B8D-DADC-4C1A-96F1-5D285E8BB9AE}" type="pres">
      <dgm:prSet presAssocID="{ED07F2D8-2E89-4426-BFF1-A3796778D7F2}" presName="composite" presStyleCnt="0"/>
      <dgm:spPr/>
    </dgm:pt>
    <dgm:pt modelId="{370AE2B9-1900-4712-AFC3-F065BF3F1919}" type="pres">
      <dgm:prSet presAssocID="{ED07F2D8-2E89-4426-BFF1-A3796778D7F2}" presName="background" presStyleLbl="node0" presStyleIdx="2" presStyleCnt="3"/>
      <dgm:spPr/>
    </dgm:pt>
    <dgm:pt modelId="{7B91964C-3AAA-42BE-AEFC-7C65A3D42D20}" type="pres">
      <dgm:prSet presAssocID="{ED07F2D8-2E89-4426-BFF1-A3796778D7F2}" presName="text" presStyleLbl="fgAcc0" presStyleIdx="2" presStyleCnt="3">
        <dgm:presLayoutVars>
          <dgm:chPref val="3"/>
        </dgm:presLayoutVars>
      </dgm:prSet>
      <dgm:spPr/>
    </dgm:pt>
    <dgm:pt modelId="{4E22A484-ADBD-4022-B4A1-ABC0F6C6F5C2}" type="pres">
      <dgm:prSet presAssocID="{ED07F2D8-2E89-4426-BFF1-A3796778D7F2}" presName="hierChild2" presStyleCnt="0"/>
      <dgm:spPr/>
    </dgm:pt>
  </dgm:ptLst>
  <dgm:cxnLst>
    <dgm:cxn modelId="{B6D9211B-EA37-40D9-ACE6-8BA09A9448A9}" type="presOf" srcId="{63DA5A2D-4391-4D30-A9E4-7F8D192EEB8F}" destId="{C6A7230D-809C-431D-A84D-A09E8AAF7D27}" srcOrd="0" destOrd="0" presId="urn:microsoft.com/office/officeart/2005/8/layout/hierarchy1"/>
    <dgm:cxn modelId="{17E2074B-FA22-4FB8-A923-2DE8A3E1C786}" type="presOf" srcId="{876AD8E4-DFCF-40C8-895A-21FDDDA767BA}" destId="{7279185F-8553-4073-9AAE-447DF51BB883}" srcOrd="0" destOrd="0" presId="urn:microsoft.com/office/officeart/2005/8/layout/hierarchy1"/>
    <dgm:cxn modelId="{71E48E6C-2885-4FA6-A2FC-69DC028B2F47}" type="presOf" srcId="{6307FA54-7205-4B99-80EF-FEB5F6ED282F}" destId="{EC6AEF17-B68A-4A09-AF17-7F2797127E3D}" srcOrd="0" destOrd="0" presId="urn:microsoft.com/office/officeart/2005/8/layout/hierarchy1"/>
    <dgm:cxn modelId="{ECFA7881-1EBB-48B1-9751-23DE37451E39}" srcId="{6307FA54-7205-4B99-80EF-FEB5F6ED282F}" destId="{63DA5A2D-4391-4D30-A9E4-7F8D192EEB8F}" srcOrd="0" destOrd="0" parTransId="{CE13C90C-D89C-4520-8DCC-9E3275FB4C7A}" sibTransId="{4D3545E7-51F3-47FF-BCBD-A667E891E8A3}"/>
    <dgm:cxn modelId="{0A2C1090-2F40-4621-9FEB-BBCA520F018A}" srcId="{6307FA54-7205-4B99-80EF-FEB5F6ED282F}" destId="{876AD8E4-DFCF-40C8-895A-21FDDDA767BA}" srcOrd="1" destOrd="0" parTransId="{31A19183-0403-4772-94BD-94DD398C068E}" sibTransId="{E96B9AF2-6D88-4FBE-9FDB-EF0D45D68CD9}"/>
    <dgm:cxn modelId="{6C9F90B0-ABCD-4950-BACD-6BAAF65ED50F}" srcId="{6307FA54-7205-4B99-80EF-FEB5F6ED282F}" destId="{ED07F2D8-2E89-4426-BFF1-A3796778D7F2}" srcOrd="2" destOrd="0" parTransId="{D83C049C-6D18-43B6-83F6-A01A9E6F2DC0}" sibTransId="{B22ED6A4-B25D-4DA3-9617-4C40591070A4}"/>
    <dgm:cxn modelId="{C967ECF9-5B69-472D-A260-F3F6A9D0ED76}" type="presOf" srcId="{ED07F2D8-2E89-4426-BFF1-A3796778D7F2}" destId="{7B91964C-3AAA-42BE-AEFC-7C65A3D42D20}" srcOrd="0" destOrd="0" presId="urn:microsoft.com/office/officeart/2005/8/layout/hierarchy1"/>
    <dgm:cxn modelId="{D3A94F18-9670-438C-8ECA-1A9EE8DF532F}" type="presParOf" srcId="{EC6AEF17-B68A-4A09-AF17-7F2797127E3D}" destId="{68AA3323-EDB0-4CD1-AD66-1980AF3CFE49}" srcOrd="0" destOrd="0" presId="urn:microsoft.com/office/officeart/2005/8/layout/hierarchy1"/>
    <dgm:cxn modelId="{6D21CFE8-1CA5-4573-B2D5-E7DCA4596049}" type="presParOf" srcId="{68AA3323-EDB0-4CD1-AD66-1980AF3CFE49}" destId="{7724B241-CA12-431F-98C9-3B8FC90A5564}" srcOrd="0" destOrd="0" presId="urn:microsoft.com/office/officeart/2005/8/layout/hierarchy1"/>
    <dgm:cxn modelId="{DB981B98-91B5-4FBB-8D9C-1DEF5947FB79}" type="presParOf" srcId="{7724B241-CA12-431F-98C9-3B8FC90A5564}" destId="{100B9BE1-6036-45C2-96AC-F3E488680CC9}" srcOrd="0" destOrd="0" presId="urn:microsoft.com/office/officeart/2005/8/layout/hierarchy1"/>
    <dgm:cxn modelId="{88762D9C-89BD-4394-8E74-900579814AB6}" type="presParOf" srcId="{7724B241-CA12-431F-98C9-3B8FC90A5564}" destId="{C6A7230D-809C-431D-A84D-A09E8AAF7D27}" srcOrd="1" destOrd="0" presId="urn:microsoft.com/office/officeart/2005/8/layout/hierarchy1"/>
    <dgm:cxn modelId="{E95F3B0B-BA33-4A19-976B-181463BB5370}" type="presParOf" srcId="{68AA3323-EDB0-4CD1-AD66-1980AF3CFE49}" destId="{1EF9FF32-E99F-478E-B131-9347B43F987E}" srcOrd="1" destOrd="0" presId="urn:microsoft.com/office/officeart/2005/8/layout/hierarchy1"/>
    <dgm:cxn modelId="{CD4FC8ED-A414-441E-AFD9-A56D27D33B94}" type="presParOf" srcId="{EC6AEF17-B68A-4A09-AF17-7F2797127E3D}" destId="{C468BF52-2C7C-4B33-A04E-D83231A114DF}" srcOrd="1" destOrd="0" presId="urn:microsoft.com/office/officeart/2005/8/layout/hierarchy1"/>
    <dgm:cxn modelId="{B17C3459-D1FB-42F7-A783-52C90DE77B3A}" type="presParOf" srcId="{C468BF52-2C7C-4B33-A04E-D83231A114DF}" destId="{9EFDA103-C650-4DA1-991C-83E943B01BDE}" srcOrd="0" destOrd="0" presId="urn:microsoft.com/office/officeart/2005/8/layout/hierarchy1"/>
    <dgm:cxn modelId="{F4694F9E-BCE2-41A0-BD41-10114EB40B04}" type="presParOf" srcId="{9EFDA103-C650-4DA1-991C-83E943B01BDE}" destId="{4BF277A5-31D0-4BF8-8308-9229460F16BB}" srcOrd="0" destOrd="0" presId="urn:microsoft.com/office/officeart/2005/8/layout/hierarchy1"/>
    <dgm:cxn modelId="{559049B2-32C1-4736-940B-3B991D5BB399}" type="presParOf" srcId="{9EFDA103-C650-4DA1-991C-83E943B01BDE}" destId="{7279185F-8553-4073-9AAE-447DF51BB883}" srcOrd="1" destOrd="0" presId="urn:microsoft.com/office/officeart/2005/8/layout/hierarchy1"/>
    <dgm:cxn modelId="{D70623C6-07F3-4143-A831-82071623CD4B}" type="presParOf" srcId="{C468BF52-2C7C-4B33-A04E-D83231A114DF}" destId="{E3F24DB0-52BA-43B9-9C30-35BCFBD651D5}" srcOrd="1" destOrd="0" presId="urn:microsoft.com/office/officeart/2005/8/layout/hierarchy1"/>
    <dgm:cxn modelId="{92883F15-8D8D-4926-BD3B-6D3F461291B4}" type="presParOf" srcId="{EC6AEF17-B68A-4A09-AF17-7F2797127E3D}" destId="{2C8902C9-02BD-4319-810A-3FA6053EF47D}" srcOrd="2" destOrd="0" presId="urn:microsoft.com/office/officeart/2005/8/layout/hierarchy1"/>
    <dgm:cxn modelId="{32349460-7FA6-438C-9307-3A681742961E}" type="presParOf" srcId="{2C8902C9-02BD-4319-810A-3FA6053EF47D}" destId="{FA766B8D-DADC-4C1A-96F1-5D285E8BB9AE}" srcOrd="0" destOrd="0" presId="urn:microsoft.com/office/officeart/2005/8/layout/hierarchy1"/>
    <dgm:cxn modelId="{CCE43B26-6714-4B2B-B5EB-5A82C61D6149}" type="presParOf" srcId="{FA766B8D-DADC-4C1A-96F1-5D285E8BB9AE}" destId="{370AE2B9-1900-4712-AFC3-F065BF3F1919}" srcOrd="0" destOrd="0" presId="urn:microsoft.com/office/officeart/2005/8/layout/hierarchy1"/>
    <dgm:cxn modelId="{4D060D50-889A-480C-8FF5-7C64977F629B}" type="presParOf" srcId="{FA766B8D-DADC-4C1A-96F1-5D285E8BB9AE}" destId="{7B91964C-3AAA-42BE-AEFC-7C65A3D42D20}" srcOrd="1" destOrd="0" presId="urn:microsoft.com/office/officeart/2005/8/layout/hierarchy1"/>
    <dgm:cxn modelId="{FF6E23A0-CEAF-451F-8491-3690F3C02416}" type="presParOf" srcId="{2C8902C9-02BD-4319-810A-3FA6053EF47D}" destId="{4E22A484-ADBD-4022-B4A1-ABC0F6C6F5C2}" srcOrd="1" destOrd="0" presId="urn:microsoft.com/office/officeart/2005/8/layout/hierarchy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8.xml><?xml version="1.0" encoding="utf-8"?>
<dgm:dataModel xmlns:dgm="http://schemas.openxmlformats.org/drawingml/2006/diagram" xmlns:a="http://schemas.openxmlformats.org/drawingml/2006/main">
  <dgm:ptLst>
    <dgm:pt modelId="{E9365CAE-EEAB-4F62-A340-9489D5667732}" type="doc">
      <dgm:prSet loTypeId="urn:microsoft.com/office/officeart/2005/8/layout/vProcess5" loCatId="process" qsTypeId="urn:microsoft.com/office/officeart/2005/8/quickstyle/simple1" qsCatId="simple" csTypeId="urn:microsoft.com/office/officeart/2005/8/colors/accent0_3" csCatId="mainScheme" phldr="1"/>
      <dgm:spPr/>
      <dgm:t>
        <a:bodyPr/>
        <a:lstStyle/>
        <a:p>
          <a:endParaRPr lang="en-US"/>
        </a:p>
      </dgm:t>
    </dgm:pt>
    <dgm:pt modelId="{10AE39AB-16CA-43A2-9807-0781058021B2}">
      <dgm:prSet/>
      <dgm:spPr/>
      <dgm:t>
        <a:bodyPr/>
        <a:lstStyle/>
        <a:p>
          <a:r>
            <a:rPr lang="en-US" b="1"/>
            <a:t>Summary:</a:t>
          </a:r>
          <a:r>
            <a:rPr lang="en-US"/>
            <a:t> We delivered a high-impact, production-ready solution.</a:t>
          </a:r>
        </a:p>
      </dgm:t>
    </dgm:pt>
    <dgm:pt modelId="{5CB214BC-2063-473B-8EB6-83FBF54602FD}" type="parTrans" cxnId="{742D589B-A2E2-442E-84E0-EF06DEC3FE5E}">
      <dgm:prSet/>
      <dgm:spPr/>
      <dgm:t>
        <a:bodyPr/>
        <a:lstStyle/>
        <a:p>
          <a:endParaRPr lang="en-US"/>
        </a:p>
      </dgm:t>
    </dgm:pt>
    <dgm:pt modelId="{28604AD1-638D-490F-9C7F-1DD17B347C07}" type="sibTrans" cxnId="{742D589B-A2E2-442E-84E0-EF06DEC3FE5E}">
      <dgm:prSet/>
      <dgm:spPr/>
      <dgm:t>
        <a:bodyPr/>
        <a:lstStyle/>
        <a:p>
          <a:endParaRPr lang="en-US"/>
        </a:p>
      </dgm:t>
    </dgm:pt>
    <dgm:pt modelId="{0169DABB-68A5-4F09-9A30-9ED5BB097AC6}">
      <dgm:prSet/>
      <dgm:spPr/>
      <dgm:t>
        <a:bodyPr/>
        <a:lstStyle/>
        <a:p>
          <a:r>
            <a:rPr lang="en-US"/>
            <a:t>Open for questions.</a:t>
          </a:r>
        </a:p>
      </dgm:t>
    </dgm:pt>
    <dgm:pt modelId="{37EA49C6-BA24-4442-9D65-589B0EC9A3F5}" type="parTrans" cxnId="{EA8F71C6-7F08-45BB-8F1E-7358171A1A65}">
      <dgm:prSet/>
      <dgm:spPr/>
      <dgm:t>
        <a:bodyPr/>
        <a:lstStyle/>
        <a:p>
          <a:endParaRPr lang="en-US"/>
        </a:p>
      </dgm:t>
    </dgm:pt>
    <dgm:pt modelId="{A377819B-9694-4745-B6AC-369E7FD41DCE}" type="sibTrans" cxnId="{EA8F71C6-7F08-45BB-8F1E-7358171A1A65}">
      <dgm:prSet/>
      <dgm:spPr/>
      <dgm:t>
        <a:bodyPr/>
        <a:lstStyle/>
        <a:p>
          <a:endParaRPr lang="en-US"/>
        </a:p>
      </dgm:t>
    </dgm:pt>
    <dgm:pt modelId="{95FBC93B-CB32-4F22-B83D-B25645D043C3}" type="pres">
      <dgm:prSet presAssocID="{E9365CAE-EEAB-4F62-A340-9489D5667732}" presName="outerComposite" presStyleCnt="0">
        <dgm:presLayoutVars>
          <dgm:chMax val="5"/>
          <dgm:dir/>
          <dgm:resizeHandles val="exact"/>
        </dgm:presLayoutVars>
      </dgm:prSet>
      <dgm:spPr/>
    </dgm:pt>
    <dgm:pt modelId="{7A1BAD6E-B1E8-404B-84CE-7225158042EE}" type="pres">
      <dgm:prSet presAssocID="{E9365CAE-EEAB-4F62-A340-9489D5667732}" presName="dummyMaxCanvas" presStyleCnt="0">
        <dgm:presLayoutVars/>
      </dgm:prSet>
      <dgm:spPr/>
    </dgm:pt>
    <dgm:pt modelId="{AD18F7D9-0BC0-45E7-8110-A709D6B803E6}" type="pres">
      <dgm:prSet presAssocID="{E9365CAE-EEAB-4F62-A340-9489D5667732}" presName="TwoNodes_1" presStyleLbl="node1" presStyleIdx="0" presStyleCnt="2">
        <dgm:presLayoutVars>
          <dgm:bulletEnabled val="1"/>
        </dgm:presLayoutVars>
      </dgm:prSet>
      <dgm:spPr/>
    </dgm:pt>
    <dgm:pt modelId="{5CB24759-579A-41CE-B795-A27A4530C1DB}" type="pres">
      <dgm:prSet presAssocID="{E9365CAE-EEAB-4F62-A340-9489D5667732}" presName="TwoNodes_2" presStyleLbl="node1" presStyleIdx="1" presStyleCnt="2">
        <dgm:presLayoutVars>
          <dgm:bulletEnabled val="1"/>
        </dgm:presLayoutVars>
      </dgm:prSet>
      <dgm:spPr/>
    </dgm:pt>
    <dgm:pt modelId="{0A59C782-27F2-451A-A8AB-7A9AC7DED18E}" type="pres">
      <dgm:prSet presAssocID="{E9365CAE-EEAB-4F62-A340-9489D5667732}" presName="TwoConn_1-2" presStyleLbl="fgAccFollowNode1" presStyleIdx="0" presStyleCnt="1">
        <dgm:presLayoutVars>
          <dgm:bulletEnabled val="1"/>
        </dgm:presLayoutVars>
      </dgm:prSet>
      <dgm:spPr/>
    </dgm:pt>
    <dgm:pt modelId="{B7207392-2B1D-43A7-ABA7-FC2A58480415}" type="pres">
      <dgm:prSet presAssocID="{E9365CAE-EEAB-4F62-A340-9489D5667732}" presName="TwoNodes_1_text" presStyleLbl="node1" presStyleIdx="1" presStyleCnt="2">
        <dgm:presLayoutVars>
          <dgm:bulletEnabled val="1"/>
        </dgm:presLayoutVars>
      </dgm:prSet>
      <dgm:spPr/>
    </dgm:pt>
    <dgm:pt modelId="{BE6E6CCF-28D8-4273-AFB6-C65E3DDF432E}" type="pres">
      <dgm:prSet presAssocID="{E9365CAE-EEAB-4F62-A340-9489D5667732}" presName="TwoNodes_2_text" presStyleLbl="node1" presStyleIdx="1" presStyleCnt="2">
        <dgm:presLayoutVars>
          <dgm:bulletEnabled val="1"/>
        </dgm:presLayoutVars>
      </dgm:prSet>
      <dgm:spPr/>
    </dgm:pt>
  </dgm:ptLst>
  <dgm:cxnLst>
    <dgm:cxn modelId="{F8618D5E-451C-4DC4-89F6-B3F1CD108367}" type="presOf" srcId="{28604AD1-638D-490F-9C7F-1DD17B347C07}" destId="{0A59C782-27F2-451A-A8AB-7A9AC7DED18E}" srcOrd="0" destOrd="0" presId="urn:microsoft.com/office/officeart/2005/8/layout/vProcess5"/>
    <dgm:cxn modelId="{F1C5EE80-DA37-4D89-80ED-D15AD46248F3}" type="presOf" srcId="{10AE39AB-16CA-43A2-9807-0781058021B2}" destId="{AD18F7D9-0BC0-45E7-8110-A709D6B803E6}" srcOrd="0" destOrd="0" presId="urn:microsoft.com/office/officeart/2005/8/layout/vProcess5"/>
    <dgm:cxn modelId="{436D3C89-1FBA-48FA-867F-50C4EBCE1E4A}" type="presOf" srcId="{10AE39AB-16CA-43A2-9807-0781058021B2}" destId="{B7207392-2B1D-43A7-ABA7-FC2A58480415}" srcOrd="1" destOrd="0" presId="urn:microsoft.com/office/officeart/2005/8/layout/vProcess5"/>
    <dgm:cxn modelId="{38918A8E-EA46-4636-B01B-EC99E3DB4EC6}" type="presOf" srcId="{E9365CAE-EEAB-4F62-A340-9489D5667732}" destId="{95FBC93B-CB32-4F22-B83D-B25645D043C3}" srcOrd="0" destOrd="0" presId="urn:microsoft.com/office/officeart/2005/8/layout/vProcess5"/>
    <dgm:cxn modelId="{20146390-AAFC-4055-9ADC-9283B631485C}" type="presOf" srcId="{0169DABB-68A5-4F09-9A30-9ED5BB097AC6}" destId="{BE6E6CCF-28D8-4273-AFB6-C65E3DDF432E}" srcOrd="1" destOrd="0" presId="urn:microsoft.com/office/officeart/2005/8/layout/vProcess5"/>
    <dgm:cxn modelId="{742D589B-A2E2-442E-84E0-EF06DEC3FE5E}" srcId="{E9365CAE-EEAB-4F62-A340-9489D5667732}" destId="{10AE39AB-16CA-43A2-9807-0781058021B2}" srcOrd="0" destOrd="0" parTransId="{5CB214BC-2063-473B-8EB6-83FBF54602FD}" sibTransId="{28604AD1-638D-490F-9C7F-1DD17B347C07}"/>
    <dgm:cxn modelId="{EA8F71C6-7F08-45BB-8F1E-7358171A1A65}" srcId="{E9365CAE-EEAB-4F62-A340-9489D5667732}" destId="{0169DABB-68A5-4F09-9A30-9ED5BB097AC6}" srcOrd="1" destOrd="0" parTransId="{37EA49C6-BA24-4442-9D65-589B0EC9A3F5}" sibTransId="{A377819B-9694-4745-B6AC-369E7FD41DCE}"/>
    <dgm:cxn modelId="{167F66E7-F8EF-40FB-B842-7E92C89F118C}" type="presOf" srcId="{0169DABB-68A5-4F09-9A30-9ED5BB097AC6}" destId="{5CB24759-579A-41CE-B795-A27A4530C1DB}" srcOrd="0" destOrd="0" presId="urn:microsoft.com/office/officeart/2005/8/layout/vProcess5"/>
    <dgm:cxn modelId="{48ED0702-E5F5-4387-8BED-CD49B4ECD716}" type="presParOf" srcId="{95FBC93B-CB32-4F22-B83D-B25645D043C3}" destId="{7A1BAD6E-B1E8-404B-84CE-7225158042EE}" srcOrd="0" destOrd="0" presId="urn:microsoft.com/office/officeart/2005/8/layout/vProcess5"/>
    <dgm:cxn modelId="{C9C6084B-2FB3-4717-BE31-96A7E78B7911}" type="presParOf" srcId="{95FBC93B-CB32-4F22-B83D-B25645D043C3}" destId="{AD18F7D9-0BC0-45E7-8110-A709D6B803E6}" srcOrd="1" destOrd="0" presId="urn:microsoft.com/office/officeart/2005/8/layout/vProcess5"/>
    <dgm:cxn modelId="{DF4A190C-524F-4986-9F52-77A0694E9945}" type="presParOf" srcId="{95FBC93B-CB32-4F22-B83D-B25645D043C3}" destId="{5CB24759-579A-41CE-B795-A27A4530C1DB}" srcOrd="2" destOrd="0" presId="urn:microsoft.com/office/officeart/2005/8/layout/vProcess5"/>
    <dgm:cxn modelId="{0DDB07E8-ABDB-4FFD-84A7-CD41F79F9E45}" type="presParOf" srcId="{95FBC93B-CB32-4F22-B83D-B25645D043C3}" destId="{0A59C782-27F2-451A-A8AB-7A9AC7DED18E}" srcOrd="3" destOrd="0" presId="urn:microsoft.com/office/officeart/2005/8/layout/vProcess5"/>
    <dgm:cxn modelId="{A08EEC18-52D9-4F01-BA5C-F68F2821CE2B}" type="presParOf" srcId="{95FBC93B-CB32-4F22-B83D-B25645D043C3}" destId="{B7207392-2B1D-43A7-ABA7-FC2A58480415}" srcOrd="4" destOrd="0" presId="urn:microsoft.com/office/officeart/2005/8/layout/vProcess5"/>
    <dgm:cxn modelId="{32017421-6232-4DD6-94CC-650B9D72884D}" type="presParOf" srcId="{95FBC93B-CB32-4F22-B83D-B25645D043C3}" destId="{BE6E6CCF-28D8-4273-AFB6-C65E3DDF432E}" srcOrd="5" destOrd="0" presId="urn:microsoft.com/office/officeart/2005/8/layout/vProcess5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AA3065D3-4225-437D-BBBC-7BF6FE81291D}">
      <dsp:nvSpPr>
        <dsp:cNvPr id="0" name=""/>
        <dsp:cNvSpPr/>
      </dsp:nvSpPr>
      <dsp:spPr>
        <a:xfrm>
          <a:off x="0" y="2044"/>
          <a:ext cx="7485718" cy="1036258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C638B13E-E4CC-408E-BC5B-A1EB6F1706C1}">
      <dsp:nvSpPr>
        <dsp:cNvPr id="0" name=""/>
        <dsp:cNvSpPr/>
      </dsp:nvSpPr>
      <dsp:spPr>
        <a:xfrm>
          <a:off x="313468" y="235202"/>
          <a:ext cx="569942" cy="569942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FE010C40-DF73-463A-8D92-49D1AF0C4F9F}">
      <dsp:nvSpPr>
        <dsp:cNvPr id="0" name=""/>
        <dsp:cNvSpPr/>
      </dsp:nvSpPr>
      <dsp:spPr>
        <a:xfrm>
          <a:off x="1196878" y="2044"/>
          <a:ext cx="6288839" cy="1036258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09671" tIns="109671" rIns="109671" bIns="109671" numCol="1" spcCol="1270" anchor="ctr" anchorCtr="0">
          <a:noAutofit/>
        </a:bodyPr>
        <a:lstStyle/>
        <a:p>
          <a:pPr marL="0" lvl="0" indent="0" algn="l" defTabSz="9779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b="1" kern="1200" dirty="0"/>
            <a:t>The Problem:</a:t>
          </a:r>
          <a:r>
            <a:rPr lang="en-US" sz="2200" kern="1200" dirty="0"/>
            <a:t> Inaccurate sales forecasts causing stockouts/overstocking.</a:t>
          </a:r>
        </a:p>
      </dsp:txBody>
      <dsp:txXfrm>
        <a:off x="1196878" y="2044"/>
        <a:ext cx="6288839" cy="1036258"/>
      </dsp:txXfrm>
    </dsp:sp>
    <dsp:sp modelId="{56DCCCCC-6F31-4D5D-8D96-AD6E83333778}">
      <dsp:nvSpPr>
        <dsp:cNvPr id="0" name=""/>
        <dsp:cNvSpPr/>
      </dsp:nvSpPr>
      <dsp:spPr>
        <a:xfrm>
          <a:off x="0" y="1297367"/>
          <a:ext cx="7485718" cy="1036258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AA9DF0D2-7119-4F90-9C4D-FCA3DB209DF4}">
      <dsp:nvSpPr>
        <dsp:cNvPr id="0" name=""/>
        <dsp:cNvSpPr/>
      </dsp:nvSpPr>
      <dsp:spPr>
        <a:xfrm>
          <a:off x="313468" y="1530526"/>
          <a:ext cx="569942" cy="569942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D4161D0E-CD78-497E-98B0-0D51F52C296D}">
      <dsp:nvSpPr>
        <dsp:cNvPr id="0" name=""/>
        <dsp:cNvSpPr/>
      </dsp:nvSpPr>
      <dsp:spPr>
        <a:xfrm>
          <a:off x="1196878" y="1297367"/>
          <a:ext cx="6288839" cy="1036258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09671" tIns="109671" rIns="109671" bIns="109671" numCol="1" spcCol="1270" anchor="ctr" anchorCtr="0">
          <a:noAutofit/>
        </a:bodyPr>
        <a:lstStyle/>
        <a:p>
          <a:pPr marL="0" lvl="0" indent="0" algn="l" defTabSz="9779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b="1" kern="1200"/>
            <a:t>The Solution:</a:t>
          </a:r>
          <a:r>
            <a:rPr lang="en-US" sz="2200" kern="1200"/>
            <a:t> End-to-End ML Pipeline (Random Forest).</a:t>
          </a:r>
        </a:p>
      </dsp:txBody>
      <dsp:txXfrm>
        <a:off x="1196878" y="1297367"/>
        <a:ext cx="6288839" cy="1036258"/>
      </dsp:txXfrm>
    </dsp:sp>
    <dsp:sp modelId="{245ABB20-AFE7-4094-8206-65472A11E3F3}">
      <dsp:nvSpPr>
        <dsp:cNvPr id="0" name=""/>
        <dsp:cNvSpPr/>
      </dsp:nvSpPr>
      <dsp:spPr>
        <a:xfrm>
          <a:off x="0" y="2592691"/>
          <a:ext cx="7485718" cy="1036258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D9EA87B9-DC8D-4AA2-BEB1-A5E35B912AA9}">
      <dsp:nvSpPr>
        <dsp:cNvPr id="0" name=""/>
        <dsp:cNvSpPr/>
      </dsp:nvSpPr>
      <dsp:spPr>
        <a:xfrm>
          <a:off x="313468" y="2825849"/>
          <a:ext cx="569942" cy="569942"/>
        </a:xfrm>
        <a:prstGeom prst="rect">
          <a:avLst/>
        </a:prstGeom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2F86FD6B-AC31-4272-AACC-283CDD83917A}">
      <dsp:nvSpPr>
        <dsp:cNvPr id="0" name=""/>
        <dsp:cNvSpPr/>
      </dsp:nvSpPr>
      <dsp:spPr>
        <a:xfrm>
          <a:off x="1196878" y="2592691"/>
          <a:ext cx="6288839" cy="1036258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09671" tIns="109671" rIns="109671" bIns="109671" numCol="1" spcCol="1270" anchor="ctr" anchorCtr="0">
          <a:noAutofit/>
        </a:bodyPr>
        <a:lstStyle/>
        <a:p>
          <a:pPr marL="0" lvl="0" indent="0" algn="l" defTabSz="9779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b="1" kern="1200"/>
            <a:t>The Result:</a:t>
          </a:r>
          <a:r>
            <a:rPr lang="en-US" sz="2200" kern="1200"/>
            <a:t> </a:t>
          </a:r>
          <a:r>
            <a:rPr lang="en-US" sz="2200" b="1" kern="1200"/>
            <a:t>99.96% Accuracy</a:t>
          </a:r>
          <a:r>
            <a:rPr lang="en-US" sz="2200" kern="1200"/>
            <a:t> / </a:t>
          </a:r>
          <a:r>
            <a:rPr lang="en-US" sz="2200" b="1" kern="1200"/>
            <a:t>$106.77 MAE</a:t>
          </a:r>
          <a:r>
            <a:rPr lang="en-US" sz="2200" kern="1200"/>
            <a:t>.</a:t>
          </a:r>
        </a:p>
      </dsp:txBody>
      <dsp:txXfrm>
        <a:off x="1196878" y="2592691"/>
        <a:ext cx="6288839" cy="1036258"/>
      </dsp:txXfrm>
    </dsp:sp>
    <dsp:sp modelId="{0DFEA212-0B8E-4D17-985F-0E4692AC85D3}">
      <dsp:nvSpPr>
        <dsp:cNvPr id="0" name=""/>
        <dsp:cNvSpPr/>
      </dsp:nvSpPr>
      <dsp:spPr>
        <a:xfrm>
          <a:off x="0" y="3888014"/>
          <a:ext cx="7485718" cy="1036258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2C8FA365-C46D-4E42-85E7-C96A96E9F8B5}">
      <dsp:nvSpPr>
        <dsp:cNvPr id="0" name=""/>
        <dsp:cNvSpPr/>
      </dsp:nvSpPr>
      <dsp:spPr>
        <a:xfrm>
          <a:off x="313468" y="4121172"/>
          <a:ext cx="569942" cy="569942"/>
        </a:xfrm>
        <a:prstGeom prst="rect">
          <a:avLst/>
        </a:prstGeom>
        <a:blipFill>
          <a:blip xmlns:r="http://schemas.openxmlformats.org/officeDocument/2006/relationships"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a:blip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537A2AF1-90CA-4E1E-A8D1-DC8AAB82DDEB}">
      <dsp:nvSpPr>
        <dsp:cNvPr id="0" name=""/>
        <dsp:cNvSpPr/>
      </dsp:nvSpPr>
      <dsp:spPr>
        <a:xfrm>
          <a:off x="1196878" y="3888014"/>
          <a:ext cx="6288839" cy="1036258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09671" tIns="109671" rIns="109671" bIns="109671" numCol="1" spcCol="1270" anchor="ctr" anchorCtr="0">
          <a:noAutofit/>
        </a:bodyPr>
        <a:lstStyle/>
        <a:p>
          <a:pPr marL="0" lvl="0" indent="0" algn="l" defTabSz="9779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b="1" kern="1200"/>
            <a:t>The Value:</a:t>
          </a:r>
          <a:r>
            <a:rPr lang="en-US" sz="2200" kern="1200"/>
            <a:t> Production Ready and Scalable.</a:t>
          </a:r>
        </a:p>
      </dsp:txBody>
      <dsp:txXfrm>
        <a:off x="1196878" y="3888014"/>
        <a:ext cx="6288839" cy="1036258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C0EC219D-F845-4AAF-9D33-893737251535}">
      <dsp:nvSpPr>
        <dsp:cNvPr id="0" name=""/>
        <dsp:cNvSpPr/>
      </dsp:nvSpPr>
      <dsp:spPr>
        <a:xfrm>
          <a:off x="0" y="285140"/>
          <a:ext cx="6241845" cy="751275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484437" tIns="374904" rIns="484437" bIns="128016" numCol="1" spcCol="1270" anchor="t" anchorCtr="0">
          <a:noAutofit/>
        </a:bodyPr>
        <a:lstStyle/>
        <a:p>
          <a:pPr marL="171450" lvl="1" indent="-171450" algn="l" defTabSz="8001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800" kern="1200" dirty="0"/>
            <a:t>Q4 sales are 35-40% higher than Q1</a:t>
          </a:r>
        </a:p>
      </dsp:txBody>
      <dsp:txXfrm>
        <a:off x="0" y="285140"/>
        <a:ext cx="6241845" cy="751275"/>
      </dsp:txXfrm>
    </dsp:sp>
    <dsp:sp modelId="{C13EE8AE-65C1-47CD-8DD0-D4FB112D5736}">
      <dsp:nvSpPr>
        <dsp:cNvPr id="0" name=""/>
        <dsp:cNvSpPr/>
      </dsp:nvSpPr>
      <dsp:spPr>
        <a:xfrm>
          <a:off x="312092" y="19460"/>
          <a:ext cx="4369292" cy="53136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65149" tIns="0" rIns="165149" bIns="0" numCol="1" spcCol="1270" anchor="ctr" anchorCtr="0">
          <a:noAutofit/>
        </a:bodyPr>
        <a:lstStyle/>
        <a:p>
          <a:pPr marL="0" lvl="0" indent="0" algn="l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800" kern="1200"/>
            <a:t>Seasonality</a:t>
          </a:r>
          <a:endParaRPr lang="en-US" sz="1800" kern="1200" dirty="0"/>
        </a:p>
      </dsp:txBody>
      <dsp:txXfrm>
        <a:off x="338031" y="45399"/>
        <a:ext cx="4317414" cy="479482"/>
      </dsp:txXfrm>
    </dsp:sp>
    <dsp:sp modelId="{1DA9E77E-C7B9-4DF1-8CA8-514B8B0FE424}">
      <dsp:nvSpPr>
        <dsp:cNvPr id="0" name=""/>
        <dsp:cNvSpPr/>
      </dsp:nvSpPr>
      <dsp:spPr>
        <a:xfrm>
          <a:off x="0" y="1399295"/>
          <a:ext cx="6241845" cy="1020600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484437" tIns="374904" rIns="484437" bIns="128016" numCol="1" spcCol="1270" anchor="t" anchorCtr="0">
          <a:noAutofit/>
        </a:bodyPr>
        <a:lstStyle/>
        <a:p>
          <a:pPr marL="171450" lvl="1" indent="-171450" algn="l" defTabSz="8001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800" kern="1200" dirty="0"/>
            <a:t>Sales are +7.13% higher on average during holiday weeks.</a:t>
          </a:r>
        </a:p>
      </dsp:txBody>
      <dsp:txXfrm>
        <a:off x="0" y="1399295"/>
        <a:ext cx="6241845" cy="1020600"/>
      </dsp:txXfrm>
    </dsp:sp>
    <dsp:sp modelId="{A6AC158D-E560-4021-839E-CBD2E60B44F7}">
      <dsp:nvSpPr>
        <dsp:cNvPr id="0" name=""/>
        <dsp:cNvSpPr/>
      </dsp:nvSpPr>
      <dsp:spPr>
        <a:xfrm>
          <a:off x="312092" y="1133615"/>
          <a:ext cx="4369292" cy="53136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65149" tIns="0" rIns="165149" bIns="0" numCol="1" spcCol="1270" anchor="ctr" anchorCtr="0">
          <a:noAutofit/>
        </a:bodyPr>
        <a:lstStyle/>
        <a:p>
          <a:pPr marL="0" lvl="0" indent="0" algn="l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800" kern="1200" dirty="0"/>
            <a:t>Holiday Impact</a:t>
          </a:r>
        </a:p>
      </dsp:txBody>
      <dsp:txXfrm>
        <a:off x="338031" y="1159554"/>
        <a:ext cx="4317414" cy="479482"/>
      </dsp:txXfrm>
    </dsp:sp>
    <dsp:sp modelId="{B73C5A14-2026-4BDB-8119-5C30F6457866}">
      <dsp:nvSpPr>
        <dsp:cNvPr id="0" name=""/>
        <dsp:cNvSpPr/>
      </dsp:nvSpPr>
      <dsp:spPr>
        <a:xfrm>
          <a:off x="0" y="2782775"/>
          <a:ext cx="6241845" cy="1020600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484437" tIns="374904" rIns="484437" bIns="128016" numCol="1" spcCol="1270" anchor="t" anchorCtr="0">
          <a:noAutofit/>
        </a:bodyPr>
        <a:lstStyle/>
        <a:p>
          <a:pPr marL="171450" lvl="1" indent="-171450" algn="l" defTabSz="8001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800" kern="1200" dirty="0"/>
            <a:t>Markdown effects are highly variable and key to prediction</a:t>
          </a:r>
        </a:p>
      </dsp:txBody>
      <dsp:txXfrm>
        <a:off x="0" y="2782775"/>
        <a:ext cx="6241845" cy="1020600"/>
      </dsp:txXfrm>
    </dsp:sp>
    <dsp:sp modelId="{E6F04D9D-EB92-44AE-95F8-92686F444358}">
      <dsp:nvSpPr>
        <dsp:cNvPr id="0" name=""/>
        <dsp:cNvSpPr/>
      </dsp:nvSpPr>
      <dsp:spPr>
        <a:xfrm>
          <a:off x="312092" y="2517095"/>
          <a:ext cx="4369292" cy="53136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65149" tIns="0" rIns="165149" bIns="0" numCol="1" spcCol="1270" anchor="ctr" anchorCtr="0">
          <a:noAutofit/>
        </a:bodyPr>
        <a:lstStyle/>
        <a:p>
          <a:pPr marL="0" lvl="0" indent="0" algn="l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800" kern="1200" dirty="0"/>
            <a:t>Promotion</a:t>
          </a:r>
        </a:p>
      </dsp:txBody>
      <dsp:txXfrm>
        <a:off x="338031" y="2543034"/>
        <a:ext cx="4317414" cy="479482"/>
      </dsp:txXfrm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C4BF23AE-40AE-40D2-902F-4BBCA7895D02}">
      <dsp:nvSpPr>
        <dsp:cNvPr id="0" name=""/>
        <dsp:cNvSpPr/>
      </dsp:nvSpPr>
      <dsp:spPr>
        <a:xfrm>
          <a:off x="3251199" y="1163"/>
          <a:ext cx="4876800" cy="922789"/>
        </a:xfrm>
        <a:prstGeom prst="rightArrow">
          <a:avLst>
            <a:gd name="adj1" fmla="val 75000"/>
            <a:gd name="adj2" fmla="val 50000"/>
          </a:avLst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5240" tIns="15240" rIns="15240" bIns="15240" numCol="1" spcCol="1270" anchor="t" anchorCtr="0">
          <a:noAutofit/>
        </a:bodyPr>
        <a:lstStyle/>
        <a:p>
          <a:pPr marL="228600" lvl="1" indent="-228600" algn="l" defTabSz="10668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400" kern="1200" dirty="0"/>
            <a:t>Random Forest, </a:t>
          </a:r>
          <a:r>
            <a:rPr lang="en-US" sz="2400" kern="1200" dirty="0" err="1"/>
            <a:t>XGBoost</a:t>
          </a:r>
          <a:r>
            <a:rPr lang="en-US" sz="2400" kern="1200" dirty="0"/>
            <a:t>, </a:t>
          </a:r>
          <a:r>
            <a:rPr lang="en-US" sz="2400" kern="1200" dirty="0" err="1"/>
            <a:t>LightGBM</a:t>
          </a:r>
          <a:r>
            <a:rPr lang="en-US" sz="2400" kern="1200" dirty="0"/>
            <a:t>.</a:t>
          </a:r>
        </a:p>
      </dsp:txBody>
      <dsp:txXfrm>
        <a:off x="3251199" y="116512"/>
        <a:ext cx="4530754" cy="692091"/>
      </dsp:txXfrm>
    </dsp:sp>
    <dsp:sp modelId="{52FED1BB-C0E2-4D08-B303-DBFDDBDB2E93}">
      <dsp:nvSpPr>
        <dsp:cNvPr id="0" name=""/>
        <dsp:cNvSpPr/>
      </dsp:nvSpPr>
      <dsp:spPr>
        <a:xfrm>
          <a:off x="0" y="1163"/>
          <a:ext cx="3251200" cy="922789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48590" tIns="74295" rIns="148590" bIns="74295" numCol="1" spcCol="1270" anchor="ctr" anchorCtr="0">
          <a:noAutofit/>
        </a:bodyPr>
        <a:lstStyle/>
        <a:p>
          <a:pPr marL="0" lvl="0" indent="0" algn="ctr" defTabSz="1733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900" kern="1200" dirty="0"/>
            <a:t>Model Tested</a:t>
          </a:r>
        </a:p>
      </dsp:txBody>
      <dsp:txXfrm>
        <a:off x="45047" y="46210"/>
        <a:ext cx="3161106" cy="832695"/>
      </dsp:txXfrm>
    </dsp:sp>
    <dsp:sp modelId="{3D324E82-BA65-45AA-BAE2-4ACFD851CE5E}">
      <dsp:nvSpPr>
        <dsp:cNvPr id="0" name=""/>
        <dsp:cNvSpPr/>
      </dsp:nvSpPr>
      <dsp:spPr>
        <a:xfrm>
          <a:off x="3251199" y="1016231"/>
          <a:ext cx="4876800" cy="922789"/>
        </a:xfrm>
        <a:prstGeom prst="rightArrow">
          <a:avLst>
            <a:gd name="adj1" fmla="val 75000"/>
            <a:gd name="adj2" fmla="val 50000"/>
          </a:avLst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5240" tIns="15240" rIns="15240" bIns="15240" numCol="1" spcCol="1270" anchor="t" anchorCtr="0">
          <a:noAutofit/>
        </a:bodyPr>
        <a:lstStyle/>
        <a:p>
          <a:pPr marL="228600" lvl="1" indent="-228600" algn="l" defTabSz="10668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400" kern="1200" dirty="0"/>
            <a:t>Random Forest Regressor.</a:t>
          </a:r>
        </a:p>
      </dsp:txBody>
      <dsp:txXfrm>
        <a:off x="3251199" y="1131580"/>
        <a:ext cx="4530754" cy="692091"/>
      </dsp:txXfrm>
    </dsp:sp>
    <dsp:sp modelId="{6B275F4F-FE47-49AD-9517-87E537FB11D9}">
      <dsp:nvSpPr>
        <dsp:cNvPr id="0" name=""/>
        <dsp:cNvSpPr/>
      </dsp:nvSpPr>
      <dsp:spPr>
        <a:xfrm>
          <a:off x="0" y="1016231"/>
          <a:ext cx="3251200" cy="922789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48590" tIns="74295" rIns="148590" bIns="74295" numCol="1" spcCol="1270" anchor="ctr" anchorCtr="0">
          <a:noAutofit/>
        </a:bodyPr>
        <a:lstStyle/>
        <a:p>
          <a:pPr marL="0" lvl="0" indent="0" algn="ctr" defTabSz="1733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900" kern="1200" dirty="0"/>
            <a:t>Champion</a:t>
          </a:r>
        </a:p>
      </dsp:txBody>
      <dsp:txXfrm>
        <a:off x="45047" y="1061278"/>
        <a:ext cx="3161106" cy="832695"/>
      </dsp:txXfrm>
    </dsp:sp>
    <dsp:sp modelId="{C435B814-E55C-4954-AE3C-CAD875DEEDCB}">
      <dsp:nvSpPr>
        <dsp:cNvPr id="0" name=""/>
        <dsp:cNvSpPr/>
      </dsp:nvSpPr>
      <dsp:spPr>
        <a:xfrm>
          <a:off x="3251199" y="3047530"/>
          <a:ext cx="4876800" cy="922789"/>
        </a:xfrm>
        <a:prstGeom prst="rightArrow">
          <a:avLst>
            <a:gd name="adj1" fmla="val 75000"/>
            <a:gd name="adj2" fmla="val 50000"/>
          </a:avLst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5240" tIns="15240" rIns="15240" bIns="15240" numCol="1" spcCol="1270" anchor="t" anchorCtr="0">
          <a:noAutofit/>
        </a:bodyPr>
        <a:lstStyle/>
        <a:p>
          <a:pPr marL="228600" lvl="1" indent="-228600" algn="l" defTabSz="10668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400" kern="1200" dirty="0"/>
            <a:t>Captures complex integrations (e.g. Promotion + Holiday).</a:t>
          </a:r>
        </a:p>
      </dsp:txBody>
      <dsp:txXfrm>
        <a:off x="3251199" y="3162879"/>
        <a:ext cx="4530754" cy="692091"/>
      </dsp:txXfrm>
    </dsp:sp>
    <dsp:sp modelId="{E579E93B-F807-4399-9360-9CB50DF27243}">
      <dsp:nvSpPr>
        <dsp:cNvPr id="0" name=""/>
        <dsp:cNvSpPr/>
      </dsp:nvSpPr>
      <dsp:spPr>
        <a:xfrm>
          <a:off x="0" y="2031299"/>
          <a:ext cx="3251200" cy="922789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48590" tIns="74295" rIns="148590" bIns="74295" numCol="1" spcCol="1270" anchor="ctr" anchorCtr="0">
          <a:noAutofit/>
        </a:bodyPr>
        <a:lstStyle/>
        <a:p>
          <a:pPr marL="0" lvl="0" indent="0" algn="ctr" defTabSz="1733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900" kern="1200" dirty="0"/>
            <a:t>Key </a:t>
          </a:r>
          <a:r>
            <a:rPr lang="en-US" sz="3900" kern="1200" dirty="0" err="1"/>
            <a:t>Matrics</a:t>
          </a:r>
          <a:endParaRPr lang="en-US" sz="3900" kern="1200" dirty="0"/>
        </a:p>
      </dsp:txBody>
      <dsp:txXfrm>
        <a:off x="45047" y="2076346"/>
        <a:ext cx="3161106" cy="832695"/>
      </dsp:txXfrm>
    </dsp:sp>
    <dsp:sp modelId="{F1799461-FAAB-4F84-AB9F-EE58E7EFED23}">
      <dsp:nvSpPr>
        <dsp:cNvPr id="0" name=""/>
        <dsp:cNvSpPr/>
      </dsp:nvSpPr>
      <dsp:spPr>
        <a:xfrm>
          <a:off x="3251199" y="2041634"/>
          <a:ext cx="4876800" cy="922789"/>
        </a:xfrm>
        <a:prstGeom prst="rightArrow">
          <a:avLst>
            <a:gd name="adj1" fmla="val 75000"/>
            <a:gd name="adj2" fmla="val 50000"/>
          </a:avLst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5240" tIns="15240" rIns="15240" bIns="15240" numCol="1" spcCol="1270" anchor="t" anchorCtr="0">
          <a:noAutofit/>
        </a:bodyPr>
        <a:lstStyle/>
        <a:p>
          <a:pPr marL="228600" lvl="1" indent="-228600" algn="l" defTabSz="10668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14:m xmlns:a14="http://schemas.microsoft.com/office/drawing/2010/main">
            <m:oMath xmlns:m="http://schemas.openxmlformats.org/officeDocument/2006/math">
              <m:sSup>
                <m:sSupPr>
                  <m:ctrlPr>
                    <a:rPr lang="en-US" sz="2400" b="0" i="1" kern="1200" smtClean="0">
                      <a:latin typeface="Cambria Math" panose="02040503050406030204" pitchFamily="18" charset="0"/>
                    </a:rPr>
                  </m:ctrlPr>
                </m:sSupPr>
                <m:e>
                  <m:r>
                    <a:rPr lang="en-US" sz="2400" b="0" i="1" kern="1200" smtClean="0">
                      <a:latin typeface="Cambria Math" panose="02040503050406030204" pitchFamily="18" charset="0"/>
                    </a:rPr>
                    <m:t>𝑅</m:t>
                  </m:r>
                </m:e>
                <m:sup>
                  <m:r>
                    <a:rPr lang="en-US" sz="2400" b="0" i="1" kern="1200" smtClean="0">
                      <a:latin typeface="Cambria Math" panose="02040503050406030204" pitchFamily="18" charset="0"/>
                    </a:rPr>
                    <m:t>2</m:t>
                  </m:r>
                </m:sup>
              </m:sSup>
              <m:r>
                <a:rPr lang="en-US" sz="2400" b="0" i="1" kern="1200" smtClean="0">
                  <a:latin typeface="Cambria Math" panose="02040503050406030204" pitchFamily="18" charset="0"/>
                </a:rPr>
                <m:t>=</m:t>
              </m:r>
              <m:f>
                <m:fPr>
                  <m:ctrlPr>
                    <a:rPr lang="en-US" sz="2400" b="0" i="1" kern="1200" smtClean="0">
                      <a:latin typeface="Cambria Math" panose="02040503050406030204" pitchFamily="18" charset="0"/>
                    </a:rPr>
                  </m:ctrlPr>
                </m:fPr>
                <m:num>
                  <m:r>
                    <a:rPr lang="en-US" sz="2400" b="0" i="1" kern="1200" smtClean="0">
                      <a:latin typeface="Cambria Math" panose="02040503050406030204" pitchFamily="18" charset="0"/>
                    </a:rPr>
                    <m:t>0.9996</m:t>
                  </m:r>
                </m:num>
                <m:den>
                  <m:r>
                    <a:rPr lang="en-US" sz="2400" b="0" i="1" kern="1200" smtClean="0">
                      <a:latin typeface="Cambria Math" panose="02040503050406030204" pitchFamily="18" charset="0"/>
                    </a:rPr>
                    <m:t>𝑀𝐴𝐸</m:t>
                  </m:r>
                </m:den>
              </m:f>
              <m:r>
                <a:rPr lang="en-US" sz="2400" b="0" i="1" kern="1200" smtClean="0">
                  <a:latin typeface="Cambria Math" panose="02040503050406030204" pitchFamily="18" charset="0"/>
                </a:rPr>
                <m:t>=$106.77</m:t>
              </m:r>
            </m:oMath>
          </a14:m>
          <a:endParaRPr lang="en-US" sz="2400" b="0" kern="1200" dirty="0"/>
        </a:p>
      </dsp:txBody>
      <dsp:txXfrm>
        <a:off x="3251199" y="2156983"/>
        <a:ext cx="4530754" cy="692091"/>
      </dsp:txXfrm>
    </dsp:sp>
    <dsp:sp modelId="{E216C73E-7F37-42D9-9501-61DECC3D1FB1}">
      <dsp:nvSpPr>
        <dsp:cNvPr id="0" name=""/>
        <dsp:cNvSpPr/>
      </dsp:nvSpPr>
      <dsp:spPr>
        <a:xfrm>
          <a:off x="0" y="3046367"/>
          <a:ext cx="3251200" cy="922789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48590" tIns="74295" rIns="148590" bIns="74295" numCol="1" spcCol="1270" anchor="ctr" anchorCtr="0">
          <a:noAutofit/>
        </a:bodyPr>
        <a:lstStyle/>
        <a:p>
          <a:pPr marL="0" lvl="0" indent="0" algn="ctr" defTabSz="1733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900" kern="1200" dirty="0"/>
            <a:t>Why it Works</a:t>
          </a:r>
        </a:p>
      </dsp:txBody>
      <dsp:txXfrm>
        <a:off x="45047" y="3091414"/>
        <a:ext cx="3161106" cy="832695"/>
      </dsp:txXfrm>
    </dsp:sp>
  </dsp:spTree>
</dsp:drawing>
</file>

<file path=ppt/diagrams/drawing4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ACA47924-7979-4897-9803-E3AB3253219E}">
      <dsp:nvSpPr>
        <dsp:cNvPr id="0" name=""/>
        <dsp:cNvSpPr/>
      </dsp:nvSpPr>
      <dsp:spPr>
        <a:xfrm>
          <a:off x="275965" y="182871"/>
          <a:ext cx="1368756" cy="1368756"/>
        </a:xfrm>
        <a:prstGeom prst="ellipse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1072BCCB-E591-4DD3-BADF-808B887FF1FF}">
      <dsp:nvSpPr>
        <dsp:cNvPr id="0" name=""/>
        <dsp:cNvSpPr/>
      </dsp:nvSpPr>
      <dsp:spPr>
        <a:xfrm>
          <a:off x="563404" y="470310"/>
          <a:ext cx="793878" cy="793878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8E4CC424-885D-423F-9CB1-D7196B2B67BB}">
      <dsp:nvSpPr>
        <dsp:cNvPr id="0" name=""/>
        <dsp:cNvSpPr/>
      </dsp:nvSpPr>
      <dsp:spPr>
        <a:xfrm>
          <a:off x="1938026" y="182871"/>
          <a:ext cx="3226354" cy="136875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l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b="1" kern="1200"/>
            <a:t>Tracking:</a:t>
          </a:r>
          <a:r>
            <a:rPr lang="en-US" sz="2400" kern="1200"/>
            <a:t> MLflow for robust experiment management.</a:t>
          </a:r>
        </a:p>
      </dsp:txBody>
      <dsp:txXfrm>
        <a:off x="1938026" y="182871"/>
        <a:ext cx="3226354" cy="1368756"/>
      </dsp:txXfrm>
    </dsp:sp>
    <dsp:sp modelId="{C8E3BBDD-F919-47BC-883F-46A741ADA189}">
      <dsp:nvSpPr>
        <dsp:cNvPr id="0" name=""/>
        <dsp:cNvSpPr/>
      </dsp:nvSpPr>
      <dsp:spPr>
        <a:xfrm>
          <a:off x="5726548" y="182871"/>
          <a:ext cx="1368756" cy="1368756"/>
        </a:xfrm>
        <a:prstGeom prst="ellipse">
          <a:avLst/>
        </a:prstGeom>
        <a:solidFill>
          <a:schemeClr val="accent3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DDB2030E-AD11-4D32-BDAB-5AE6C95AD468}">
      <dsp:nvSpPr>
        <dsp:cNvPr id="0" name=""/>
        <dsp:cNvSpPr/>
      </dsp:nvSpPr>
      <dsp:spPr>
        <a:xfrm>
          <a:off x="6013987" y="470310"/>
          <a:ext cx="793878" cy="793878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16575ECA-A90A-48B9-AA03-D4F5FD485E98}">
      <dsp:nvSpPr>
        <dsp:cNvPr id="0" name=""/>
        <dsp:cNvSpPr/>
      </dsp:nvSpPr>
      <dsp:spPr>
        <a:xfrm>
          <a:off x="7388609" y="182871"/>
          <a:ext cx="3226354" cy="136875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l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b="1" kern="1200"/>
            <a:t>Serving:</a:t>
          </a:r>
          <a:r>
            <a:rPr lang="en-US" sz="2400" kern="1200"/>
            <a:t> FastAPI API (fast inference &lt;10ms).</a:t>
          </a:r>
        </a:p>
      </dsp:txBody>
      <dsp:txXfrm>
        <a:off x="7388609" y="182871"/>
        <a:ext cx="3226354" cy="1368756"/>
      </dsp:txXfrm>
    </dsp:sp>
    <dsp:sp modelId="{6E61501C-A44C-4A48-B374-7C2F5BC83E7D}">
      <dsp:nvSpPr>
        <dsp:cNvPr id="0" name=""/>
        <dsp:cNvSpPr/>
      </dsp:nvSpPr>
      <dsp:spPr>
        <a:xfrm>
          <a:off x="275965" y="2187234"/>
          <a:ext cx="1368756" cy="1368756"/>
        </a:xfrm>
        <a:prstGeom prst="ellipse">
          <a:avLst/>
        </a:prstGeom>
        <a:solidFill>
          <a:schemeClr val="accent4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3644755A-412B-403F-AF02-DD75F4CFF907}">
      <dsp:nvSpPr>
        <dsp:cNvPr id="0" name=""/>
        <dsp:cNvSpPr/>
      </dsp:nvSpPr>
      <dsp:spPr>
        <a:xfrm>
          <a:off x="563404" y="2474673"/>
          <a:ext cx="793878" cy="793878"/>
        </a:xfrm>
        <a:prstGeom prst="rect">
          <a:avLst/>
        </a:prstGeom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1AD40674-98CF-4244-A0F1-0D54F915783E}">
      <dsp:nvSpPr>
        <dsp:cNvPr id="0" name=""/>
        <dsp:cNvSpPr/>
      </dsp:nvSpPr>
      <dsp:spPr>
        <a:xfrm>
          <a:off x="1938026" y="2187234"/>
          <a:ext cx="3226354" cy="136875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l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b="1" kern="1200"/>
            <a:t>User Interface:</a:t>
          </a:r>
          <a:r>
            <a:rPr lang="en-US" sz="2400" kern="1200"/>
            <a:t> Interactive Streamlit Dashboard for business users.</a:t>
          </a:r>
        </a:p>
      </dsp:txBody>
      <dsp:txXfrm>
        <a:off x="1938026" y="2187234"/>
        <a:ext cx="3226354" cy="1368756"/>
      </dsp:txXfrm>
    </dsp:sp>
    <dsp:sp modelId="{A86FCF64-49B1-4258-85C1-F8650F9F8FA6}">
      <dsp:nvSpPr>
        <dsp:cNvPr id="0" name=""/>
        <dsp:cNvSpPr/>
      </dsp:nvSpPr>
      <dsp:spPr>
        <a:xfrm>
          <a:off x="5726548" y="2187234"/>
          <a:ext cx="1368756" cy="1368756"/>
        </a:xfrm>
        <a:prstGeom prst="ellipse">
          <a:avLst/>
        </a:prstGeom>
        <a:solidFill>
          <a:schemeClr val="accent5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207DD978-33BF-4523-9B67-C4588460F36C}">
      <dsp:nvSpPr>
        <dsp:cNvPr id="0" name=""/>
        <dsp:cNvSpPr/>
      </dsp:nvSpPr>
      <dsp:spPr>
        <a:xfrm>
          <a:off x="6013987" y="2474673"/>
          <a:ext cx="793878" cy="793878"/>
        </a:xfrm>
        <a:prstGeom prst="rect">
          <a:avLst/>
        </a:prstGeom>
        <a:blipFill>
          <a:blip xmlns:r="http://schemas.openxmlformats.org/officeDocument/2006/relationships"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a:blip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1A580366-A4FB-4121-94DB-C20E99F8A93A}">
      <dsp:nvSpPr>
        <dsp:cNvPr id="0" name=""/>
        <dsp:cNvSpPr/>
      </dsp:nvSpPr>
      <dsp:spPr>
        <a:xfrm>
          <a:off x="7388609" y="2187234"/>
          <a:ext cx="3226354" cy="136875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l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b="1" kern="1200"/>
            <a:t>Containerization:</a:t>
          </a:r>
          <a:r>
            <a:rPr lang="en-US" sz="2400" kern="1200"/>
            <a:t> Docker for easy, one-command deployment.</a:t>
          </a:r>
        </a:p>
      </dsp:txBody>
      <dsp:txXfrm>
        <a:off x="7388609" y="2187234"/>
        <a:ext cx="3226354" cy="1368756"/>
      </dsp:txXfrm>
    </dsp:sp>
  </dsp:spTree>
</dsp:drawing>
</file>

<file path=ppt/diagrams/drawing5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6BA63356-541C-4362-B8F6-980C7154DA99}">
      <dsp:nvSpPr>
        <dsp:cNvPr id="0" name=""/>
        <dsp:cNvSpPr/>
      </dsp:nvSpPr>
      <dsp:spPr>
        <a:xfrm>
          <a:off x="0" y="623"/>
          <a:ext cx="7216416" cy="1460003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7562AE72-7C0B-4C9C-B25B-9F214B7E7D9B}">
      <dsp:nvSpPr>
        <dsp:cNvPr id="0" name=""/>
        <dsp:cNvSpPr/>
      </dsp:nvSpPr>
      <dsp:spPr>
        <a:xfrm>
          <a:off x="441651" y="329124"/>
          <a:ext cx="803001" cy="803001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11AE2460-89CD-4A69-9129-5004D144A6CC}">
      <dsp:nvSpPr>
        <dsp:cNvPr id="0" name=""/>
        <dsp:cNvSpPr/>
      </dsp:nvSpPr>
      <dsp:spPr>
        <a:xfrm>
          <a:off x="1686304" y="623"/>
          <a:ext cx="5530111" cy="1460003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54517" tIns="154517" rIns="154517" bIns="154517" numCol="1" spcCol="1270" anchor="ctr" anchorCtr="0">
          <a:noAutofit/>
        </a:bodyPr>
        <a:lstStyle/>
        <a:p>
          <a:pPr marL="0" lvl="0" indent="0" algn="l" defTabSz="1111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500" b="1" kern="1200"/>
            <a:t>Inventory Savings:</a:t>
          </a:r>
          <a:r>
            <a:rPr lang="en-US" sz="2500" kern="1200"/>
            <a:t> </a:t>
          </a:r>
          <a:r>
            <a:rPr lang="en-US" sz="2500" b="1" kern="1200"/>
            <a:t>$2.4M</a:t>
          </a:r>
          <a:r>
            <a:rPr lang="en-US" sz="2500" kern="1200"/>
            <a:t> annual savings projected.</a:t>
          </a:r>
        </a:p>
      </dsp:txBody>
      <dsp:txXfrm>
        <a:off x="1686304" y="623"/>
        <a:ext cx="5530111" cy="1460003"/>
      </dsp:txXfrm>
    </dsp:sp>
    <dsp:sp modelId="{DB92E665-25E0-4C27-A065-BD44D5A8C677}">
      <dsp:nvSpPr>
        <dsp:cNvPr id="0" name=""/>
        <dsp:cNvSpPr/>
      </dsp:nvSpPr>
      <dsp:spPr>
        <a:xfrm>
          <a:off x="0" y="1825628"/>
          <a:ext cx="7216416" cy="1460003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08C7AC97-71C3-4F1E-8BD9-E72D81BA8E27}">
      <dsp:nvSpPr>
        <dsp:cNvPr id="0" name=""/>
        <dsp:cNvSpPr/>
      </dsp:nvSpPr>
      <dsp:spPr>
        <a:xfrm>
          <a:off x="441651" y="2154129"/>
          <a:ext cx="803001" cy="803001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1884B4EB-0A93-4D52-992A-2C821C378FF9}">
      <dsp:nvSpPr>
        <dsp:cNvPr id="0" name=""/>
        <dsp:cNvSpPr/>
      </dsp:nvSpPr>
      <dsp:spPr>
        <a:xfrm>
          <a:off x="1686304" y="1825628"/>
          <a:ext cx="5530111" cy="1460003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54517" tIns="154517" rIns="154517" bIns="154517" numCol="1" spcCol="1270" anchor="ctr" anchorCtr="0">
          <a:noAutofit/>
        </a:bodyPr>
        <a:lstStyle/>
        <a:p>
          <a:pPr marL="0" lvl="0" indent="0" algn="l" defTabSz="1111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500" b="1" kern="1200"/>
            <a:t>Staff Efficiency:</a:t>
          </a:r>
          <a:r>
            <a:rPr lang="en-US" sz="2500" kern="1200"/>
            <a:t> 20% optimization in labor costs.</a:t>
          </a:r>
        </a:p>
      </dsp:txBody>
      <dsp:txXfrm>
        <a:off x="1686304" y="1825628"/>
        <a:ext cx="5530111" cy="1460003"/>
      </dsp:txXfrm>
    </dsp:sp>
    <dsp:sp modelId="{73A8479D-3FDF-431F-AB7A-7EAC58E21D7F}">
      <dsp:nvSpPr>
        <dsp:cNvPr id="0" name=""/>
        <dsp:cNvSpPr/>
      </dsp:nvSpPr>
      <dsp:spPr>
        <a:xfrm>
          <a:off x="0" y="3650632"/>
          <a:ext cx="7216416" cy="1460003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F54A8683-4AFD-4C08-A7C0-05012A6966C2}">
      <dsp:nvSpPr>
        <dsp:cNvPr id="0" name=""/>
        <dsp:cNvSpPr/>
      </dsp:nvSpPr>
      <dsp:spPr>
        <a:xfrm>
          <a:off x="441651" y="3979133"/>
          <a:ext cx="803001" cy="803001"/>
        </a:xfrm>
        <a:prstGeom prst="rect">
          <a:avLst/>
        </a:prstGeom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21F9D758-9FE6-43FD-A987-81D79AF128A0}">
      <dsp:nvSpPr>
        <dsp:cNvPr id="0" name=""/>
        <dsp:cNvSpPr/>
      </dsp:nvSpPr>
      <dsp:spPr>
        <a:xfrm>
          <a:off x="1686304" y="3650632"/>
          <a:ext cx="5530111" cy="1460003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54517" tIns="154517" rIns="154517" bIns="154517" numCol="1" spcCol="1270" anchor="ctr" anchorCtr="0">
          <a:noAutofit/>
        </a:bodyPr>
        <a:lstStyle/>
        <a:p>
          <a:pPr marL="0" lvl="0" indent="0" algn="l" defTabSz="1111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500" b="1" kern="1200"/>
            <a:t>Net Value:</a:t>
          </a:r>
          <a:r>
            <a:rPr lang="en-US" sz="2500" kern="1200"/>
            <a:t> Projected </a:t>
          </a:r>
          <a:r>
            <a:rPr lang="en-US" sz="2500" b="1" kern="1200"/>
            <a:t>$7.1 Million ROI</a:t>
          </a:r>
          <a:r>
            <a:rPr lang="en-US" sz="2500" kern="1200"/>
            <a:t>.</a:t>
          </a:r>
        </a:p>
      </dsp:txBody>
      <dsp:txXfrm>
        <a:off x="1686304" y="3650632"/>
        <a:ext cx="5530111" cy="1460003"/>
      </dsp:txXfrm>
    </dsp:sp>
  </dsp:spTree>
</dsp:drawing>
</file>

<file path=ppt/diagrams/drawing6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100B9BE1-6036-45C2-96AC-F3E488680CC9}">
      <dsp:nvSpPr>
        <dsp:cNvPr id="0" name=""/>
        <dsp:cNvSpPr/>
      </dsp:nvSpPr>
      <dsp:spPr>
        <a:xfrm>
          <a:off x="0" y="765948"/>
          <a:ext cx="2914649" cy="1850802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C6A7230D-809C-431D-A84D-A09E8AAF7D27}">
      <dsp:nvSpPr>
        <dsp:cNvPr id="0" name=""/>
        <dsp:cNvSpPr/>
      </dsp:nvSpPr>
      <dsp:spPr>
        <a:xfrm>
          <a:off x="323850" y="1073605"/>
          <a:ext cx="2914649" cy="1850802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3820" tIns="83820" rIns="83820" bIns="83820" numCol="1" spcCol="1270" anchor="ctr" anchorCtr="0">
          <a:noAutofit/>
        </a:bodyPr>
        <a:lstStyle/>
        <a:p>
          <a:pPr marL="0" lvl="0" indent="0" algn="ctr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it-IT" sz="2200" b="1" kern="1200"/>
            <a:t>Data:</a:t>
          </a:r>
          <a:r>
            <a:rPr lang="it-IT" sz="2200" kern="1200"/>
            <a:t> Integrate social media/sentiment analysis.</a:t>
          </a:r>
          <a:endParaRPr lang="en-US" sz="2200" kern="1200"/>
        </a:p>
      </dsp:txBody>
      <dsp:txXfrm>
        <a:off x="378058" y="1127813"/>
        <a:ext cx="2806233" cy="1742386"/>
      </dsp:txXfrm>
    </dsp:sp>
    <dsp:sp modelId="{4BF277A5-31D0-4BF8-8308-9229460F16BB}">
      <dsp:nvSpPr>
        <dsp:cNvPr id="0" name=""/>
        <dsp:cNvSpPr/>
      </dsp:nvSpPr>
      <dsp:spPr>
        <a:xfrm>
          <a:off x="3562350" y="765948"/>
          <a:ext cx="2914649" cy="1850802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7279185F-8553-4073-9AAE-447DF51BB883}">
      <dsp:nvSpPr>
        <dsp:cNvPr id="0" name=""/>
        <dsp:cNvSpPr/>
      </dsp:nvSpPr>
      <dsp:spPr>
        <a:xfrm>
          <a:off x="3886200" y="1073605"/>
          <a:ext cx="2914649" cy="1850802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3820" tIns="83820" rIns="83820" bIns="83820" numCol="1" spcCol="1270" anchor="ctr" anchorCtr="0">
          <a:noAutofit/>
        </a:bodyPr>
        <a:lstStyle/>
        <a:p>
          <a:pPr marL="0" lvl="0" indent="0" algn="ctr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b="1" kern="1200"/>
            <a:t>Model:</a:t>
          </a:r>
          <a:r>
            <a:rPr lang="en-US" sz="2200" kern="1200"/>
            <a:t> Explore advanced </a:t>
          </a:r>
          <a:r>
            <a:rPr lang="en-US" sz="2200" b="1" kern="1200"/>
            <a:t>LSTM/Transformer</a:t>
          </a:r>
          <a:r>
            <a:rPr lang="en-US" sz="2200" kern="1200"/>
            <a:t> models.</a:t>
          </a:r>
        </a:p>
      </dsp:txBody>
      <dsp:txXfrm>
        <a:off x="3940408" y="1127813"/>
        <a:ext cx="2806233" cy="1742386"/>
      </dsp:txXfrm>
    </dsp:sp>
    <dsp:sp modelId="{370AE2B9-1900-4712-AFC3-F065BF3F1919}">
      <dsp:nvSpPr>
        <dsp:cNvPr id="0" name=""/>
        <dsp:cNvSpPr/>
      </dsp:nvSpPr>
      <dsp:spPr>
        <a:xfrm>
          <a:off x="7124700" y="765948"/>
          <a:ext cx="2914649" cy="1850802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7B91964C-3AAA-42BE-AEFC-7C65A3D42D20}">
      <dsp:nvSpPr>
        <dsp:cNvPr id="0" name=""/>
        <dsp:cNvSpPr/>
      </dsp:nvSpPr>
      <dsp:spPr>
        <a:xfrm>
          <a:off x="7448549" y="1073605"/>
          <a:ext cx="2914649" cy="1850802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3820" tIns="83820" rIns="83820" bIns="83820" numCol="1" spcCol="1270" anchor="ctr" anchorCtr="0">
          <a:noAutofit/>
        </a:bodyPr>
        <a:lstStyle/>
        <a:p>
          <a:pPr marL="0" lvl="0" indent="0" algn="ctr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b="1" kern="1200"/>
            <a:t>Scaling:</a:t>
          </a:r>
          <a:r>
            <a:rPr lang="en-US" sz="2200" kern="1200"/>
            <a:t> Move to enterprise-grade </a:t>
          </a:r>
          <a:r>
            <a:rPr lang="en-US" sz="2200" b="1" kern="1200"/>
            <a:t>Cloud MLOps Platform</a:t>
          </a:r>
          <a:r>
            <a:rPr lang="en-US" sz="2200" kern="1200"/>
            <a:t> (AWS/Azure).</a:t>
          </a:r>
        </a:p>
      </dsp:txBody>
      <dsp:txXfrm>
        <a:off x="7502757" y="1127813"/>
        <a:ext cx="2806233" cy="1742386"/>
      </dsp:txXfrm>
    </dsp:sp>
  </dsp:spTree>
</dsp:drawing>
</file>

<file path=ppt/diagrams/drawing7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AD18F7D9-0BC0-45E7-8110-A709D6B803E6}">
      <dsp:nvSpPr>
        <dsp:cNvPr id="0" name=""/>
        <dsp:cNvSpPr/>
      </dsp:nvSpPr>
      <dsp:spPr>
        <a:xfrm>
          <a:off x="0" y="0"/>
          <a:ext cx="8808720" cy="1660660"/>
        </a:xfrm>
        <a:prstGeom prst="roundRect">
          <a:avLst>
            <a:gd name="adj" fmla="val 10000"/>
          </a:avLst>
        </a:prstGeom>
        <a:solidFill>
          <a:schemeClr val="dk2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33350" tIns="133350" rIns="133350" bIns="133350" numCol="1" spcCol="1270" anchor="ctr" anchorCtr="0">
          <a:noAutofit/>
        </a:bodyPr>
        <a:lstStyle/>
        <a:p>
          <a:pPr marL="0" lvl="0" indent="0" algn="l" defTabSz="1555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500" b="1" kern="1200"/>
            <a:t>Summary:</a:t>
          </a:r>
          <a:r>
            <a:rPr lang="en-US" sz="3500" kern="1200"/>
            <a:t> We delivered a high-impact, production-ready solution.</a:t>
          </a:r>
        </a:p>
      </dsp:txBody>
      <dsp:txXfrm>
        <a:off x="48639" y="48639"/>
        <a:ext cx="7092297" cy="1563382"/>
      </dsp:txXfrm>
    </dsp:sp>
    <dsp:sp modelId="{5CB24759-579A-41CE-B795-A27A4530C1DB}">
      <dsp:nvSpPr>
        <dsp:cNvPr id="0" name=""/>
        <dsp:cNvSpPr/>
      </dsp:nvSpPr>
      <dsp:spPr>
        <a:xfrm>
          <a:off x="1554479" y="2029696"/>
          <a:ext cx="8808720" cy="1660660"/>
        </a:xfrm>
        <a:prstGeom prst="roundRect">
          <a:avLst>
            <a:gd name="adj" fmla="val 10000"/>
          </a:avLst>
        </a:prstGeom>
        <a:solidFill>
          <a:schemeClr val="dk2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33350" tIns="133350" rIns="133350" bIns="133350" numCol="1" spcCol="1270" anchor="ctr" anchorCtr="0">
          <a:noAutofit/>
        </a:bodyPr>
        <a:lstStyle/>
        <a:p>
          <a:pPr marL="0" lvl="0" indent="0" algn="l" defTabSz="1555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500" kern="1200"/>
            <a:t>Open for questions.</a:t>
          </a:r>
        </a:p>
      </dsp:txBody>
      <dsp:txXfrm>
        <a:off x="1603118" y="2078335"/>
        <a:ext cx="6077532" cy="1563382"/>
      </dsp:txXfrm>
    </dsp:sp>
    <dsp:sp modelId="{0A59C782-27F2-451A-A8AB-7A9AC7DED18E}">
      <dsp:nvSpPr>
        <dsp:cNvPr id="0" name=""/>
        <dsp:cNvSpPr/>
      </dsp:nvSpPr>
      <dsp:spPr>
        <a:xfrm>
          <a:off x="7729290" y="1305463"/>
          <a:ext cx="1079429" cy="1079429"/>
        </a:xfrm>
        <a:prstGeom prst="downArrow">
          <a:avLst>
            <a:gd name="adj1" fmla="val 55000"/>
            <a:gd name="adj2" fmla="val 45000"/>
          </a:avLst>
        </a:prstGeom>
        <a:solidFill>
          <a:schemeClr val="dk2">
            <a:alpha val="90000"/>
            <a:tint val="4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dk2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45720" tIns="45720" rIns="45720" bIns="45720" numCol="1" spcCol="1270" anchor="ctr" anchorCtr="0">
          <a:noAutofit/>
        </a:bodyPr>
        <a:lstStyle/>
        <a:p>
          <a:pPr marL="0" lvl="0" indent="0" algn="ctr" defTabSz="1600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3600" kern="1200"/>
        </a:p>
      </dsp:txBody>
      <dsp:txXfrm>
        <a:off x="7972162" y="1305463"/>
        <a:ext cx="593685" cy="812270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18/2/layout/IconVerticalSolidList">
  <dgm:title val="Icon Vertical Solid List"/>
  <dgm:desc val="Use to show a series of visuals from top to bottom with Level 1 or Level 1 and Level 2 text grouped in a shape. Works best with icons or small pictures with lengthier descri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3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5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5" axis="ch" ptType="node" func="cnt" op="lte" val="4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2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6" axis="ch" ptType="node" func="cnt" op="lte" val="6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9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else name="Name7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6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else>
    </dgm:choose>
    <dgm:ruleLst>
      <dgm:rule type="h" for="ch" forName="compNode" val="0" fact="NaN" max="NaN"/>
    </dgm:ruleLst>
    <dgm:forEach name="Name8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hoose name="Name9">
          <dgm:if name="Name10" axis="ch" ptType="node" func="cnt" op="gte" val="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w" for="ch" forName="parTx" refType="w" fact="0.45"/>
              <dgm:constr type="h" for="ch" forName="parTx" refType="h"/>
              <dgm:constr type="l" for="ch" forName="parTx" refType="r" refFor="ch" refForName="spaceRect"/>
              <dgm:constr type="t" for="ch" forName="parTx"/>
              <dgm:constr type="h" for="ch" forName="desTx" refType="h"/>
              <dgm:constr type="l" for="ch" forName="desTx" refType="r" refFor="ch" refForName="parTx"/>
              <dgm:constr type="t" for="ch" forName="desTx"/>
            </dgm:constrLst>
          </dgm:if>
          <dgm:else name="Name1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h" for="ch" forName="parTx" refType="h"/>
              <dgm:constr type="l" for="ch" forName="parTx" refType="r" refFor="ch" refForName="spaceRect"/>
              <dgm:constr type="t" for="ch" forName="parTx"/>
            </dgm:constrLst>
          </dgm:else>
        </dgm:choose>
        <dgm:ruleLst>
          <dgm:rule type="h" val="INF" fact="NaN" max="NaN"/>
        </dgm:ruleLst>
        <dgm:layoutNode name="bgRect" styleLbl="bgShp">
          <dgm:alg type="sp"/>
          <dgm:shape xmlns:r="http://schemas.openxmlformats.org/officeDocument/2006/relationships" type="roundRect" r:blip="">
            <dgm:adjLst>
              <dgm:adj idx="1" val="0.1"/>
            </dgm:adjLst>
          </dgm:shape>
          <dgm:presOf/>
          <dgm:constrLst/>
          <dgm:ruleLst/>
        </dgm:layoutNode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parTx" styleLbl="revTx">
          <dgm:varLst>
            <dgm:chMax val="0"/>
            <dgm:chPref val="0"/>
          </dgm:varLst>
          <dgm:alg type="tx">
            <dgm:param type="txAnchorVert" val="mid"/>
            <dgm:param type="parTxLTRAlign" val="l"/>
            <dgm:param type="shpTxLTRAlignCh" val="l"/>
            <dgm:param type="parTxRTLAlign" val="r"/>
            <dgm:param type="shpTxRTLAlignCh" val="r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 refType="h" fact="0.3"/>
            <dgm:constr type="rMarg" refType="h" fact="0.3"/>
            <dgm:constr type="tMarg" refType="h" fact="0.3"/>
            <dgm:constr type="bMarg" refType="h" fact="0.3"/>
          </dgm:constrLst>
          <dgm:ruleLst>
            <dgm:rule type="primFontSz" val="14" fact="NaN" max="NaN"/>
            <dgm:rule type="h" val="INF" fact="NaN" max="NaN"/>
          </dgm:ruleLst>
        </dgm:layoutNode>
        <dgm:choose name="Name12">
          <dgm:if name="Name13" axis="ch" ptType="node" func="cnt" op="gte" val="1">
            <dgm:layoutNode name="desTx" styleLbl="revTx">
              <dgm:varLst/>
              <dgm:alg type="tx">
                <dgm:param type="txAnchorVertCh" val="mid"/>
                <dgm:param type="parTxLTRAlign" val="l"/>
                <dgm:param type="shpTxLTRAlignCh" val="l"/>
                <dgm:param type="parTxRTLAlign" val="r"/>
                <dgm:param type="shpTxRTLAlignCh" val="r"/>
                <dgm:param type="stBulletLvl" val="0"/>
              </dgm:alg>
              <dgm:shape xmlns:r="http://schemas.openxmlformats.org/officeDocument/2006/relationships" type="rect" r:blip="">
                <dgm:adjLst/>
              </dgm:shape>
              <dgm:presOf axis="des" ptType="node"/>
              <dgm:constrLst>
                <dgm:constr type="primFontSz" val="18"/>
                <dgm:constr type="secFontSz" refType="primFontSz"/>
                <dgm:constr type="lMarg" refType="h" fact="0.3"/>
                <dgm:constr type="rMarg" refType="h" fact="0.3"/>
                <dgm:constr type="tMarg" refType="h" fact="0.3"/>
                <dgm:constr type="bMarg" refType="h" fact="0.3"/>
              </dgm:constrLst>
              <dgm:ruleLst>
                <dgm:rule type="primFontSz" val="11" fact="NaN" max="NaN"/>
              </dgm:ruleLst>
            </dgm:layoutNode>
          </dgm:if>
          <dgm:else name="Name14"/>
        </dgm:choose>
      </dgm:layoutNode>
      <dgm:forEach name="Name15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  <a:lvl2pPr>
          <a:lnSpc>
            <a:spcPct val="100000"/>
          </a:lnSpc>
        </a:lvl2pPr>
      </dgm1612:lstStyle>
    </a:ext>
  </dgm:extLst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list1">
  <dgm:title val=""/>
  <dgm:desc val=""/>
  <dgm:catLst>
    <dgm:cat type="list" pri="4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4" srcId="0" destId="1" srcOrd="0" destOrd="0"/>
        <dgm:cxn modelId="5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dir/>
      <dgm:animLvl val="lvl"/>
      <dgm:resizeHandles val="exact"/>
    </dgm:varLst>
    <dgm:choose name="Name0">
      <dgm:if name="Name1" func="var" arg="dir" op="equ" val="norm">
        <dgm:alg type="lin">
          <dgm:param type="linDir" val="fromT"/>
          <dgm:param type="vertAlign" val="mid"/>
          <dgm:param type="horzAlign" val="l"/>
          <dgm:param type="nodeHorzAlign" val="l"/>
        </dgm:alg>
      </dgm:if>
      <dgm:else name="Name2">
        <dgm:alg type="lin">
          <dgm:param type="linDir" val="fromT"/>
          <dgm:param type="vertAlign" val="mid"/>
          <dgm:param type="horzAlign" val="r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parentLin" refType="w"/>
      <dgm:constr type="h" for="ch" forName="parentLin" val="INF"/>
      <dgm:constr type="w" for="des" forName="parentLeftMargin" refType="w" fact="0.05"/>
      <dgm:constr type="w" for="des" forName="parentText" refType="w" fact="0.7"/>
      <dgm:constr type="h" for="des" forName="parentText" refType="primFontSz" refFor="des" refForName="parentText" fact="0.82"/>
      <dgm:constr type="h" for="ch" forName="negativeSpace" refType="primFontSz" refFor="des" refForName="parentText" fact="-0.41"/>
      <dgm:constr type="h" for="ch" forName="negativeSpace" refType="h" refFor="des" refForName="parentText" op="lte" fact="-0.82"/>
      <dgm:constr type="h" for="ch" forName="negativeSpace" refType="h" refFor="des" refForName="parentText" op="gte" fact="-0.82"/>
      <dgm:constr type="w" for="ch" forName="childText" refType="w"/>
      <dgm:constr type="h" for="ch" forName="childText" refType="primFontSz" refFor="des" refForName="parentText" fact="0.7"/>
      <dgm:constr type="primFontSz" for="des" forName="parentText" val="65"/>
      <dgm:constr type="primFontSz" for="ch" forName="childText" refType="primFontSz" refFor="des" refForName="parentText"/>
      <dgm:constr type="tMarg" for="ch" forName="childText" refType="primFontSz" refFor="des" refForName="parentText" fact="1.64"/>
      <dgm:constr type="tMarg" for="ch" forName="childText" refType="h" refFor="des" refForName="parentText" op="lte" fact="3.28"/>
      <dgm:constr type="tMarg" for="ch" forName="childText" refType="h" refFor="des" refForName="parentText" op="gte" fact="3.28"/>
      <dgm:constr type="lMarg" for="ch" forName="childText" refType="w" fact="0.22"/>
      <dgm:constr type="rMarg" for="ch" forName="childText" refType="lMarg" refFor="ch" refForName="childText"/>
      <dgm:constr type="lMarg" for="des" forName="parentText" refType="w" fact="0.075"/>
      <dgm:constr type="rMarg" for="des" forName="parentText" refType="lMarg" refFor="des" refForName="parentText"/>
      <dgm:constr type="h" for="ch" forName="spaceBetweenRectangles" refType="primFontSz" refFor="des" refForName="parentText" fact="0.15"/>
    </dgm:constrLst>
    <dgm:ruleLst>
      <dgm:rule type="primFontSz" for="des" forName="parentText" val="5" fact="NaN" max="NaN"/>
    </dgm:ruleLst>
    <dgm:forEach name="Name3" axis="ch" ptType="node">
      <dgm:layoutNode name="parentLin">
        <dgm:choose name="Name4">
          <dgm:if name="Name5" func="var" arg="dir" op="equ" val="norm">
            <dgm:alg type="lin">
              <dgm:param type="linDir" val="fromL"/>
              <dgm:param type="horzAlign" val="l"/>
              <dgm:param type="nodeHorzAlign" val="l"/>
            </dgm:alg>
          </dgm:if>
          <dgm:else name="Name6">
            <dgm:alg type="lin">
              <dgm:param type="linDir" val="fromR"/>
              <dgm:param type="horzAlign" val="r"/>
              <dgm:param type="nodeHorzAlign" val="r"/>
            </dgm:alg>
          </dgm:else>
        </dgm:choose>
        <dgm:shape xmlns:r="http://schemas.openxmlformats.org/officeDocument/2006/relationships" r:blip="">
          <dgm:adjLst/>
        </dgm:shape>
        <dgm:presOf/>
        <dgm:constrLst/>
        <dgm:ruleLst/>
        <dgm:layoutNode name="parentLeftMargin">
          <dgm:alg type="sp"/>
          <dgm:shape xmlns:r="http://schemas.openxmlformats.org/officeDocument/2006/relationships" type="rect" r:blip="" hideGeom="1">
            <dgm:adjLst/>
          </dgm:shape>
          <dgm:presOf axis="self"/>
          <dgm:constrLst>
            <dgm:constr type="h"/>
          </dgm:constrLst>
          <dgm:ruleLst/>
        </dgm:layoutNode>
        <dgm:layoutNode name="parentText" styleLbl="node1">
          <dgm:varLst>
            <dgm:chMax val="0"/>
            <dgm:bulletEnabled val="1"/>
          </dgm:varLst>
          <dgm:choose name="Name7">
            <dgm:if name="Name8" func="var" arg="dir" op="equ" val="norm">
              <dgm:alg type="tx">
                <dgm:param type="parTxLTRAlign" val="l"/>
                <dgm:param type="parTxRTLAlign" val="l"/>
              </dgm:alg>
            </dgm:if>
            <dgm:else name="Name9">
              <dgm:alg type="tx">
                <dgm:param type="parTxLTRAlign" val="r"/>
                <dgm:param type="parTxRTLAlign" val="r"/>
              </dgm:alg>
            </dgm:else>
          </dgm:choose>
          <dgm:shape xmlns:r="http://schemas.openxmlformats.org/officeDocument/2006/relationships" type="roundRect" r:blip="">
            <dgm:adjLst/>
          </dgm:shape>
          <dgm:presOf axis="self" ptType="node"/>
          <dgm:constrLst>
            <dgm:constr type="tMarg"/>
            <dgm:constr type="bMarg"/>
          </dgm:constrLst>
          <dgm:ruleLst/>
        </dgm:layoutNode>
      </dgm:layoutNode>
      <dgm:layoutNode name="negativeSpace">
        <dgm:alg type="sp"/>
        <dgm:shape xmlns:r="http://schemas.openxmlformats.org/officeDocument/2006/relationships" r:blip="">
          <dgm:adjLst/>
        </dgm:shape>
        <dgm:presOf/>
        <dgm:constrLst/>
        <dgm:ruleLst/>
      </dgm:layoutNode>
      <dgm:layoutNode name="childText" styleLbl="conFgAcc1">
        <dgm:varLst>
          <dgm:bulletEnabled val="1"/>
        </dgm:varLst>
        <dgm:alg type="tx">
          <dgm:param type="stBulletLvl" val="1"/>
        </dgm:alg>
        <dgm:shape xmlns:r="http://schemas.openxmlformats.org/officeDocument/2006/relationships" type="rect" r:blip="" zOrderOff="-2">
          <dgm:adjLst/>
        </dgm:shape>
        <dgm:presOf axis="des" ptType="node"/>
        <dgm:constrLst>
          <dgm:constr type="secFontSz" refType="primFontSz"/>
        </dgm:constrLst>
        <dgm:ruleLst>
          <dgm:rule type="h" val="INF" fact="NaN" max="NaN"/>
        </dgm:ruleLst>
      </dgm:layoutNode>
      <dgm:forEach name="Name10" axis="followSib" ptType="sibTrans" cnt="1">
        <dgm:layoutNode name="spaceBetweenRectangles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05/8/layout/vList6">
  <dgm:title val=""/>
  <dgm:desc val=""/>
  <dgm:catLst>
    <dgm:cat type="process" pri="22000"/>
    <dgm:cat type="list" pri="17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14" srcId="1" destId="12" srcOrd="0" destOrd="0"/>
        <dgm:cxn modelId="23" srcId="2" destId="21" srcOrd="0" destOrd="0"/>
        <dgm:cxn modelId="24" srcId="2" destId="22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animLvl val="lvl"/>
      <dgm:resizeHandles/>
    </dgm:varLst>
    <dgm:alg type="lin">
      <dgm:param type="linDir" val="fromT"/>
    </dgm:alg>
    <dgm:shape xmlns:r="http://schemas.openxmlformats.org/officeDocument/2006/relationships" r:blip="">
      <dgm:adjLst/>
    </dgm:shape>
    <dgm:presOf/>
    <dgm:constrLst>
      <dgm:constr type="w" for="ch" forName="linNode" refType="w"/>
      <dgm:constr type="h" for="ch" forName="linNode" refType="h"/>
      <dgm:constr type="h" for="ch" forName="spacing" refType="h" refFor="ch" refForName="linNode" fact="0.1"/>
      <dgm:constr type="primFontSz" for="des" forName="parentShp" op="equ" val="65"/>
      <dgm:constr type="primFontSz" for="des" forName="childShp" op="equ" val="65"/>
    </dgm:constrLst>
    <dgm:ruleLst/>
    <dgm:forEach name="Name1" axis="ch" ptType="node">
      <dgm:layoutNode name="linNode">
        <dgm:choose name="Name2">
          <dgm:if name="Name3" func="var" arg="dir" op="equ" val="norm">
            <dgm:alg type="lin">
              <dgm:param type="linDir" val="fromL"/>
            </dgm:alg>
          </dgm:if>
          <dgm:else name="Name4">
            <dgm:alg type="lin">
              <dgm:param type="linDir" val="fromR"/>
            </dgm:alg>
          </dgm:else>
        </dgm:choose>
        <dgm:shape xmlns:r="http://schemas.openxmlformats.org/officeDocument/2006/relationships" r:blip="">
          <dgm:adjLst/>
        </dgm:shape>
        <dgm:presOf/>
        <dgm:choose name="Name5">
          <dgm:if name="Name6" func="var" arg="dir" op="equ" val="norm">
            <dgm:constrLst>
              <dgm:constr type="w" for="ch" forName="parentShp" refType="w" fact="0.4"/>
              <dgm:constr type="h" for="ch" forName="parentShp" refType="h"/>
              <dgm:constr type="w" for="ch" forName="childShp" refType="w" fact="0.6"/>
              <dgm:constr type="h" for="ch" forName="childShp" refType="h" refFor="ch" refForName="parentShp"/>
            </dgm:constrLst>
          </dgm:if>
          <dgm:else name="Name7">
            <dgm:constrLst>
              <dgm:constr type="w" for="ch" forName="parentShp" refType="w" fact="0.4"/>
              <dgm:constr type="h" for="ch" forName="parentShp" refType="h"/>
              <dgm:constr type="w" for="ch" forName="childShp" refType="w" fact="0.6"/>
              <dgm:constr type="h" for="ch" forName="childShp" refType="h" refFor="ch" refForName="parentShp"/>
            </dgm:constrLst>
          </dgm:else>
        </dgm:choose>
        <dgm:ruleLst/>
        <dgm:layoutNode name="parentShp" styleLbl="node1">
          <dgm:varLst>
            <dgm:bulletEnabled val="1"/>
          </dgm:varLst>
          <dgm:alg type="tx"/>
          <dgm:shape xmlns:r="http://schemas.openxmlformats.org/officeDocument/2006/relationships" type="roundRect" r:blip="">
            <dgm:adjLst/>
          </dgm:shape>
          <dgm:presOf axis="self" ptType="node"/>
          <dgm:constrLst>
            <dgm:constr type="tMarg" refType="primFontSz" fact="0.15"/>
            <dgm:constr type="bMarg" refType="primFontSz" fact="0.15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layoutNode name="childShp" styleLbl="bgAccFollowNode1">
          <dgm:varLst>
            <dgm:bulletEnabled val="1"/>
          </dgm:varLst>
          <dgm:alg type="tx">
            <dgm:param type="stBulletLvl" val="1"/>
          </dgm:alg>
          <dgm:choose name="Name8">
            <dgm:if name="Name9" func="var" arg="dir" op="equ" val="norm">
              <dgm:shape xmlns:r="http://schemas.openxmlformats.org/officeDocument/2006/relationships" type="rightArrow" r:blip="" zOrderOff="-2">
                <dgm:adjLst>
                  <dgm:adj idx="1" val="0.75"/>
                </dgm:adjLst>
              </dgm:shape>
            </dgm:if>
            <dgm:else name="Name10">
              <dgm:shape xmlns:r="http://schemas.openxmlformats.org/officeDocument/2006/relationships" rot="180" type="rightArrow" r:blip="" zOrderOff="-2">
                <dgm:adjLst>
                  <dgm:adj idx="1" val="0.75"/>
                </dgm:adjLst>
              </dgm:shape>
            </dgm:else>
          </dgm:choose>
          <dgm:presOf axis="des" ptType="node"/>
          <dgm:constrLst>
            <dgm:constr type="secFontSz" refType="primFontSz"/>
            <dgm:constr type="tMarg" refType="primFontSz" fact="0.05"/>
            <dgm:constr type="bMarg" refType="primFontSz" fact="0.05"/>
            <dgm:constr type="lMarg" refType="primFontSz" fact="0.05"/>
            <dgm:constr type="rMarg" refType="primFontSz" fact="0.05"/>
          </dgm:constrLst>
          <dgm:ruleLst>
            <dgm:rule type="primFontSz" val="5" fact="NaN" max="NaN"/>
          </dgm:ruleLst>
        </dgm:layoutNode>
      </dgm:layoutNode>
      <dgm:forEach name="Name11" axis="followSib" ptType="sibTrans" cnt="1">
        <dgm:layoutNode name="spacing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layout4.xml><?xml version="1.0" encoding="utf-8"?>
<dgm:layoutDef xmlns:dgm="http://schemas.openxmlformats.org/drawingml/2006/diagram" xmlns:a="http://schemas.openxmlformats.org/drawingml/2006/main" uniqueId="urn:microsoft.com/office/officeart/2018/2/layout/IconCircleList">
  <dgm:title val="Icon Circle List"/>
  <dgm:desc val="Use to show non-sequential or grouped chunks of information accompanied by related visuals. Circular shapes can hold an icon or small picture and corresponding text box shows Level 1 text. Works best for icons or small pictures with medium-length descri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alg type="sp"/>
    <dgm:shape xmlns:r="http://schemas.openxmlformats.org/officeDocument/2006/relationships" r:blip="">
      <dgm:adjLst/>
    </dgm:shape>
    <dgm:presOf/>
    <dgm:choose name="Name0">
      <dgm:if name="Name1" axis="ch" ptType="node" func="cnt" op="lte" val="3">
        <dgm:constrLst>
          <dgm:constr type="w" for="ch" forName="container" refType="w"/>
          <dgm:constr type="h" for="ch" forName="container" refType="h" fact="0.4"/>
        </dgm:constrLst>
      </dgm:if>
      <dgm:else name="Name2">
        <dgm:constrLst>
          <dgm:constr type="w" for="ch" forName="container" refType="w"/>
          <dgm:constr type="h" for="ch" forName="container" refType="h"/>
        </dgm:constrLst>
      </dgm:else>
    </dgm:choose>
    <dgm:ruleLst>
      <dgm:rule type="h" for="ch" forName="container" val="INF" fact="NaN" max="NaN"/>
    </dgm:ruleLst>
    <dgm:layoutNode name="container">
      <dgm:varLst>
        <dgm:dir/>
        <dgm:resizeHandles val="exact"/>
      </dgm:varLst>
      <dgm:choose name="Name3">
        <dgm:if name="Name4" axis="self" func="var" arg="dir" op="equ" val="norm">
          <dgm:alg type="snake">
            <dgm:param type="grDir" val="tL"/>
            <dgm:param type="flowDir" val="row"/>
            <dgm:param type="contDir" val="sameDir"/>
          </dgm:alg>
        </dgm:if>
        <dgm:else name="Name5">
          <dgm:alg type="snake">
            <dgm:param type="grDir" val="tR"/>
            <dgm:param type="flowDir" val="row"/>
            <dgm:param type="contDir" val="sameDir"/>
          </dgm:alg>
        </dgm:else>
      </dgm:choose>
      <dgm:shape xmlns:r="http://schemas.openxmlformats.org/officeDocument/2006/relationships" r:blip="">
        <dgm:adjLst/>
      </dgm:shape>
      <dgm:presOf/>
      <dgm:constrLst>
        <dgm:constr type="w" for="ch" forName="compNode" refType="w"/>
        <dgm:constr type="h" for="ch" forName="compNode" refType="w" fact="0.28"/>
        <dgm:constr type="w" for="ch" forName="sibTrans" refType="w" refFor="ch" refForName="compNode" fact="0.115"/>
        <dgm:constr type="sp" refType="h" op="equ" fact="0.17"/>
        <dgm:constr type="primFontSz" for="des" ptType="node" op="equ" val="24"/>
        <dgm:constr type="h" for="des" forName="compNode" op="equ"/>
        <dgm:constr type="h" for="des" forName="iconBgRect" op="equ"/>
      </dgm:constrLst>
      <dgm:ruleLst>
        <dgm:rule type="w" for="ch" forName="compNode" val="60" fact="NaN" max="NaN"/>
      </dgm:ruleLst>
      <dgm:forEach name="Name6" axis="ch" ptType="node">
        <dgm:layoutNode name="compNode">
          <dgm:alg type="composite"/>
          <dgm:shape xmlns:r="http://schemas.openxmlformats.org/officeDocument/2006/relationships" r:blip="">
            <dgm:adjLst/>
          </dgm:shape>
          <dgm:presOf axis="self"/>
          <dgm:constrLst>
            <dgm:constr type="w" for="ch" forName="iconBgRect" refType="w" fact="0.28"/>
            <dgm:constr type="h" for="ch" forName="iconBgRect" refType="w" refFor="ch" refForName="iconBgRect"/>
            <dgm:constr type="t" for="ch" forName="iconBgRect"/>
            <dgm:constr type="l" for="ch" forName="iconBgRect"/>
            <dgm:constr type="w" for="ch" forName="iconRect" refType="w" refFor="ch" refForName="iconBgRect" fact="0.58"/>
            <dgm:constr type="h" for="ch" forName="iconRect" refType="w" refFor="ch" refForName="iconRect"/>
            <dgm:constr type="ctrX" for="ch" forName="iconRect" refType="ctrX" refFor="ch" refForName="iconBgRect"/>
            <dgm:constr type="ctrY" for="ch" forName="iconRect" refType="ctrY" refFor="ch" refForName="iconBgRect"/>
            <dgm:constr type="w" for="ch" forName="spaceRect" refType="w" fact="0.06"/>
            <dgm:constr type="h" for="ch" forName="spaceRect" refType="h" refFor="ch" refForName="iconBgRect"/>
            <dgm:constr type="t" for="ch" forName="spaceRect" refType="t" refFor="ch" refForName="iconBgRect"/>
            <dgm:constr type="l" for="ch" forName="spaceRect" refType="r" refFor="ch" refForName="iconBgRect"/>
            <dgm:constr type="h" for="ch" forName="textRect" refType="h" refFor="ch" refForName="iconBgRect"/>
            <dgm:constr type="t" for="ch" forName="textRect" refType="t" refFor="ch" refForName="iconBgRect"/>
            <dgm:constr type="l" for="ch" forName="textRect" refType="r" refFor="ch" refForName="spaceRect"/>
          </dgm:constrLst>
          <dgm:ruleLst/>
          <dgm:layoutNode name="iconBgRect" styleLbl="bgShp">
            <dgm:alg type="sp"/>
            <dgm:shape xmlns:r="http://schemas.openxmlformats.org/officeDocument/2006/relationships" type="ellipse" r:blip="">
              <dgm:adjLst/>
            </dgm:shape>
            <dgm:presOf/>
            <dgm:constrLst/>
            <dgm:ruleLst/>
          </dgm:layoutNode>
          <dgm:layoutNode name="iconRect" styleLbl="node1">
            <dgm:alg type="sp"/>
            <dgm:shape xmlns:r="http://schemas.openxmlformats.org/officeDocument/2006/relationships" type="rect" r:blip="" blipPhldr="1">
              <dgm:adjLst/>
            </dgm:shape>
            <dgm:presOf/>
            <dgm:constrLst/>
            <dgm:ruleLst/>
          </dgm:layoutNode>
          <dgm:layoutNode name="spaceRect">
            <dgm:alg type="sp"/>
            <dgm:shape xmlns:r="http://schemas.openxmlformats.org/officeDocument/2006/relationships" r:blip="">
              <dgm:adjLst/>
            </dgm:shape>
            <dgm:presOf/>
            <dgm:constrLst/>
            <dgm:ruleLst/>
          </dgm:layoutNode>
          <dgm:layoutNode name="textRect" styleLbl="revTx">
            <dgm:varLst>
              <dgm:chMax val="1"/>
              <dgm:chPref val="1"/>
            </dgm:varLst>
            <dgm:choose name="Name7">
              <dgm:if name="Name8" func="var" arg="dir" op="equ" val="norm">
                <dgm:alg type="tx">
                  <dgm:param type="txAnchorVert" val="mid"/>
                  <dgm:param type="parTxLTRAlign" val="l"/>
                  <dgm:param type="shpTxLTRAlignCh" val="l"/>
                  <dgm:param type="parTxRTLAlign" val="l"/>
                  <dgm:param type="shpTxRTLAlignCh" val="l"/>
                </dgm:alg>
              </dgm:if>
              <dgm:else name="Name9">
                <dgm:alg type="tx">
                  <dgm:param type="txAnchorVert" val="mid"/>
                  <dgm:param type="parTxLTRAlign" val="r"/>
                  <dgm:param type="shpTxLTRAlignCh" val="r"/>
                  <dgm:param type="parTxRTLAlign" val="r"/>
                  <dgm:param type="shpTxRTLAlignCh" val="r"/>
                </dgm:alg>
              </dgm:else>
            </dgm:choose>
            <dgm:shape xmlns:r="http://schemas.openxmlformats.org/officeDocument/2006/relationships" type="rect" r:blip="">
              <dgm:adjLst/>
            </dgm:shape>
            <dgm:presOf axis="self" ptType="node"/>
            <dgm:constrLst>
              <dgm:constr type="lMarg"/>
              <dgm:constr type="rMarg"/>
              <dgm:constr type="tMarg"/>
              <dgm:constr type="bMarg"/>
            </dgm:constrLst>
            <dgm:ruleLst>
              <dgm:rule type="primFontSz" val="11" fact="NaN" max="NaN"/>
            </dgm:ruleLst>
          </dgm:layoutNode>
        </dgm:layoutNode>
        <dgm:forEach name="Name10" axis="followSib" ptType="sibTrans" cnt="1">
          <dgm:layoutNode name="sibTrans">
            <dgm:alg type="sp"/>
            <dgm:shape xmlns:r="http://schemas.openxmlformats.org/officeDocument/2006/relationships" type="rect" r:blip="" hideGeom="1">
              <dgm:adjLst/>
            </dgm:shape>
            <dgm:presOf axis="self"/>
            <dgm:constrLst/>
            <dgm:ruleLst/>
          </dgm:layoutNode>
        </dgm:forEach>
      </dgm:forEach>
    </dgm:layoutNode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</dgm1612:lstStyle>
    </a:ext>
  </dgm:extLst>
</dgm:layoutDef>
</file>

<file path=ppt/diagrams/layout5.xml><?xml version="1.0" encoding="utf-8"?>
<dgm:layoutDef xmlns:dgm="http://schemas.openxmlformats.org/drawingml/2006/diagram" xmlns:a="http://schemas.openxmlformats.org/drawingml/2006/main" uniqueId="urn:microsoft.com/office/officeart/2018/2/layout/IconVerticalSolidList">
  <dgm:title val="Icon Vertical Solid List"/>
  <dgm:desc val="Use to show a series of visuals from top to bottom with Level 1 or Level 1 and Level 2 text grouped in a shape. Works best with icons or small pictures with lengthier descri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3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5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5" axis="ch" ptType="node" func="cnt" op="lte" val="4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2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6" axis="ch" ptType="node" func="cnt" op="lte" val="6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9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else name="Name7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6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else>
    </dgm:choose>
    <dgm:ruleLst>
      <dgm:rule type="h" for="ch" forName="compNode" val="0" fact="NaN" max="NaN"/>
    </dgm:ruleLst>
    <dgm:forEach name="Name8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hoose name="Name9">
          <dgm:if name="Name10" axis="ch" ptType="node" func="cnt" op="gte" val="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w" for="ch" forName="parTx" refType="w" fact="0.45"/>
              <dgm:constr type="h" for="ch" forName="parTx" refType="h"/>
              <dgm:constr type="l" for="ch" forName="parTx" refType="r" refFor="ch" refForName="spaceRect"/>
              <dgm:constr type="t" for="ch" forName="parTx"/>
              <dgm:constr type="h" for="ch" forName="desTx" refType="h"/>
              <dgm:constr type="l" for="ch" forName="desTx" refType="r" refFor="ch" refForName="parTx"/>
              <dgm:constr type="t" for="ch" forName="desTx"/>
            </dgm:constrLst>
          </dgm:if>
          <dgm:else name="Name1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h" for="ch" forName="parTx" refType="h"/>
              <dgm:constr type="l" for="ch" forName="parTx" refType="r" refFor="ch" refForName="spaceRect"/>
              <dgm:constr type="t" for="ch" forName="parTx"/>
            </dgm:constrLst>
          </dgm:else>
        </dgm:choose>
        <dgm:ruleLst>
          <dgm:rule type="h" val="INF" fact="NaN" max="NaN"/>
        </dgm:ruleLst>
        <dgm:layoutNode name="bgRect" styleLbl="bgShp">
          <dgm:alg type="sp"/>
          <dgm:shape xmlns:r="http://schemas.openxmlformats.org/officeDocument/2006/relationships" type="roundRect" r:blip="">
            <dgm:adjLst>
              <dgm:adj idx="1" val="0.1"/>
            </dgm:adjLst>
          </dgm:shape>
          <dgm:presOf/>
          <dgm:constrLst/>
          <dgm:ruleLst/>
        </dgm:layoutNode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parTx" styleLbl="revTx">
          <dgm:varLst>
            <dgm:chMax val="0"/>
            <dgm:chPref val="0"/>
          </dgm:varLst>
          <dgm:alg type="tx">
            <dgm:param type="txAnchorVert" val="mid"/>
            <dgm:param type="parTxLTRAlign" val="l"/>
            <dgm:param type="shpTxLTRAlignCh" val="l"/>
            <dgm:param type="parTxRTLAlign" val="r"/>
            <dgm:param type="shpTxRTLAlignCh" val="r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 refType="h" fact="0.3"/>
            <dgm:constr type="rMarg" refType="h" fact="0.3"/>
            <dgm:constr type="tMarg" refType="h" fact="0.3"/>
            <dgm:constr type="bMarg" refType="h" fact="0.3"/>
          </dgm:constrLst>
          <dgm:ruleLst>
            <dgm:rule type="primFontSz" val="14" fact="NaN" max="NaN"/>
            <dgm:rule type="h" val="INF" fact="NaN" max="NaN"/>
          </dgm:ruleLst>
        </dgm:layoutNode>
        <dgm:choose name="Name12">
          <dgm:if name="Name13" axis="ch" ptType="node" func="cnt" op="gte" val="1">
            <dgm:layoutNode name="desTx" styleLbl="revTx">
              <dgm:varLst/>
              <dgm:alg type="tx">
                <dgm:param type="txAnchorVertCh" val="mid"/>
                <dgm:param type="parTxLTRAlign" val="l"/>
                <dgm:param type="shpTxLTRAlignCh" val="l"/>
                <dgm:param type="parTxRTLAlign" val="r"/>
                <dgm:param type="shpTxRTLAlignCh" val="r"/>
                <dgm:param type="stBulletLvl" val="0"/>
              </dgm:alg>
              <dgm:shape xmlns:r="http://schemas.openxmlformats.org/officeDocument/2006/relationships" type="rect" r:blip="">
                <dgm:adjLst/>
              </dgm:shape>
              <dgm:presOf axis="des" ptType="node"/>
              <dgm:constrLst>
                <dgm:constr type="primFontSz" val="18"/>
                <dgm:constr type="secFontSz" refType="primFontSz"/>
                <dgm:constr type="lMarg" refType="h" fact="0.3"/>
                <dgm:constr type="rMarg" refType="h" fact="0.3"/>
                <dgm:constr type="tMarg" refType="h" fact="0.3"/>
                <dgm:constr type="bMarg" refType="h" fact="0.3"/>
              </dgm:constrLst>
              <dgm:ruleLst>
                <dgm:rule type="primFontSz" val="11" fact="NaN" max="NaN"/>
              </dgm:ruleLst>
            </dgm:layoutNode>
          </dgm:if>
          <dgm:else name="Name14"/>
        </dgm:choose>
      </dgm:layoutNode>
      <dgm:forEach name="Name15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  <a:lvl2pPr>
          <a:lnSpc>
            <a:spcPct val="100000"/>
          </a:lnSpc>
        </a:lvl2pPr>
      </dgm1612:lstStyle>
    </a:ext>
  </dgm:extLst>
</dgm:layoutDef>
</file>

<file path=ppt/diagrams/layout6.xml><?xml version="1.0" encoding="utf-8"?>
<dgm:layoutDef xmlns:dgm="http://schemas.openxmlformats.org/drawingml/2006/diagram" xmlns:a="http://schemas.openxmlformats.org/drawingml/2006/main" uniqueId="urn:microsoft.com/office/officeart/2005/8/layout/hierarchy1">
  <dgm:title val=""/>
  <dgm:desc val=""/>
  <dgm:catLst>
    <dgm:cat type="hierarchy" pri="2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</dgm:ptLst>
      <dgm:cxnLst>
        <dgm:cxn modelId="4" srcId="0" destId="1" srcOrd="0" destOrd="0"/>
        <dgm:cxn modelId="5" srcId="1" destId="2" srcOrd="0" destOrd="0"/>
        <dgm:cxn modelId="6" srcId="1" destId="3" srcOrd="1" destOrd="0"/>
        <dgm:cxn modelId="23" srcId="2" destId="21" srcOrd="0" destOrd="0"/>
        <dgm:cxn modelId="24" srcId="2" destId="22" srcOrd="1" destOrd="0"/>
        <dgm:cxn modelId="33" srcId="3" destId="31" srcOrd="0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12"/>
      </dgm:ptLst>
      <dgm:cxnLst>
        <dgm:cxn modelId="2" srcId="0" destId="1" srcOrd="0" destOrd="0"/>
        <dgm:cxn modelId="13" srcId="1" destId="11" srcOrd="0" destOrd="0"/>
        <dgm:cxn modelId="14" srcId="1" destId="1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21"/>
        <dgm:pt modelId="211"/>
        <dgm:pt modelId="3"/>
        <dgm:pt modelId="31"/>
        <dgm:pt modelId="311"/>
      </dgm:ptLst>
      <dgm:cxnLst>
        <dgm:cxn modelId="4" srcId="0" destId="1" srcOrd="0" destOrd="0"/>
        <dgm:cxn modelId="5" srcId="1" destId="2" srcOrd="0" destOrd="0"/>
        <dgm:cxn modelId="6" srcId="1" destId="3" srcOrd="1" destOrd="0"/>
        <dgm:cxn modelId="23" srcId="2" destId="21" srcOrd="0" destOrd="0"/>
        <dgm:cxn modelId="24" srcId="21" destId="211" srcOrd="0" destOrd="0"/>
        <dgm:cxn modelId="33" srcId="3" destId="31" srcOrd="0" destOrd="0"/>
        <dgm:cxn modelId="34" srcId="31" destId="311" srcOrd="0" destOrd="0"/>
      </dgm:cxnLst>
      <dgm:bg/>
      <dgm:whole/>
    </dgm:dataModel>
  </dgm:clrData>
  <dgm:layoutNode name="hierChild1">
    <dgm:varLst>
      <dgm:chPref val="1"/>
      <dgm:dir/>
      <dgm:animOne val="branch"/>
      <dgm:animLvl val="lvl"/>
      <dgm:resizeHandles/>
    </dgm:varLst>
    <dgm:choose name="Name0">
      <dgm:if name="Name1" func="var" arg="dir" op="equ" val="norm">
        <dgm:alg type="hierChild">
          <dgm:param type="linDir" val="fromL"/>
        </dgm:alg>
      </dgm:if>
      <dgm:else name="Name2">
        <dgm:alg type="hierChild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primFontSz" for="des" ptType="node" op="equ" val="65"/>
      <dgm:constr type="w" for="des" forName="composite" refType="w"/>
      <dgm:constr type="h" for="des" forName="composite" refType="w" refFor="des" refForName="composite" fact="0.667"/>
      <dgm:constr type="w" for="des" forName="composite2" refType="w" refFor="des" refForName="composite"/>
      <dgm:constr type="h" for="des" forName="composite2" refType="h" refFor="des" refForName="composite"/>
      <dgm:constr type="w" for="des" forName="composite3" refType="w" refFor="des" refForName="composite"/>
      <dgm:constr type="h" for="des" forName="composite3" refType="h" refFor="des" refForName="composite"/>
      <dgm:constr type="w" for="des" forName="composite4" refType="w" refFor="des" refForName="composite"/>
      <dgm:constr type="h" for="des" forName="composite4" refType="h" refFor="des" refForName="composite"/>
      <dgm:constr type="w" for="des" forName="composite5" refType="w" refFor="des" refForName="composite"/>
      <dgm:constr type="h" for="des" forName="composite5" refType="h" refFor="des" refForName="composite"/>
      <dgm:constr type="sibSp" refType="w" refFor="des" refForName="composite" fact="0.1"/>
      <dgm:constr type="sibSp" for="des" forName="hierChild2" refType="sibSp"/>
      <dgm:constr type="sibSp" for="des" forName="hierChild3" refType="sibSp"/>
      <dgm:constr type="sibSp" for="des" forName="hierChild4" refType="sibSp"/>
      <dgm:constr type="sibSp" for="des" forName="hierChild5" refType="sibSp"/>
      <dgm:constr type="sibSp" for="des" forName="hierChild6" refType="sibSp"/>
      <dgm:constr type="sp" for="des" forName="hierRoot1" refType="h" refFor="des" refForName="composite" fact="0.25"/>
      <dgm:constr type="sp" for="des" forName="hierRoot2" refType="sp" refFor="des" refForName="hierRoot1"/>
      <dgm:constr type="sp" for="des" forName="hierRoot3" refType="sp" refFor="des" refForName="hierRoot1"/>
      <dgm:constr type="sp" for="des" forName="hierRoot4" refType="sp" refFor="des" refForName="hierRoot1"/>
      <dgm:constr type="sp" for="des" forName="hierRoot5" refType="sp" refFor="des" refForName="hierRoot1"/>
    </dgm:constrLst>
    <dgm:ruleLst/>
    <dgm:forEach name="Name3" axis="ch">
      <dgm:forEach name="Name4" axis="self" ptType="node">
        <dgm:layoutNode name="hierRoot1">
          <dgm:alg type="hierRoot"/>
          <dgm:shape xmlns:r="http://schemas.openxmlformats.org/officeDocument/2006/relationships" r:blip="">
            <dgm:adjLst/>
          </dgm:shape>
          <dgm:presOf/>
          <dgm:constrLst>
            <dgm:constr type="bendDist" for="des" ptType="parTrans" refType="sp" fact="0.5"/>
          </dgm:constrLst>
          <dgm:ruleLst/>
          <dgm:layoutNode name="composite">
            <dgm:alg type="composite"/>
            <dgm:shape xmlns:r="http://schemas.openxmlformats.org/officeDocument/2006/relationships" r:blip="">
              <dgm:adjLst/>
            </dgm:shape>
            <dgm:presOf/>
            <dgm:constrLst>
              <dgm:constr type="w" for="ch" forName="background" refType="w" fact="0.9"/>
              <dgm:constr type="h" for="ch" forName="background" refType="w" refFor="ch" refForName="background" fact="0.635"/>
              <dgm:constr type="t" for="ch" forName="background"/>
              <dgm:constr type="l" for="ch" forName="background"/>
              <dgm:constr type="w" for="ch" forName="text" refType="w" fact="0.9"/>
              <dgm:constr type="h" for="ch" forName="text" refType="w" refFor="ch" refForName="text" fact="0.635"/>
              <dgm:constr type="t" for="ch" forName="text" refType="w" fact="0.095"/>
              <dgm:constr type="l" for="ch" forName="text" refType="w" fact="0.1"/>
            </dgm:constrLst>
            <dgm:ruleLst/>
            <dgm:layoutNode name="background" styleLbl="node0" moveWith="text">
              <dgm:alg type="sp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/>
              <dgm:constrLst/>
              <dgm:ruleLst/>
            </dgm:layoutNode>
            <dgm:layoutNode name="text" styleLbl="fgAcc0">
              <dgm:varLst>
                <dgm:chPref val="3"/>
              </dgm:varLst>
              <dgm:alg type="tx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 axis="self"/>
              <dgm:constrLst>
                <dgm:constr type="tMarg" refType="primFontSz" fact="0.3"/>
                <dgm:constr type="bMarg" refType="primFontSz" fact="0.3"/>
                <dgm:constr type="lMarg" refType="primFontSz" fact="0.3"/>
                <dgm:constr type="rMarg" refType="primFontSz" fact="0.3"/>
              </dgm:constrLst>
              <dgm:ruleLst>
                <dgm:rule type="primFontSz" val="5" fact="NaN" max="NaN"/>
              </dgm:ruleLst>
            </dgm:layoutNode>
          </dgm:layoutNode>
          <dgm:layoutNode name="hierChild2">
            <dgm:choose name="Name5">
              <dgm:if name="Name6" func="var" arg="dir" op="equ" val="norm">
                <dgm:alg type="hierChild">
                  <dgm:param type="linDir" val="fromL"/>
                </dgm:alg>
              </dgm:if>
              <dgm:else name="Name7">
                <dgm:alg type="hierChild">
                  <dgm:param type="linDir" val="fromR"/>
                </dgm:alg>
              </dgm:else>
            </dgm:choose>
            <dgm:shape xmlns:r="http://schemas.openxmlformats.org/officeDocument/2006/relationships" r:blip="">
              <dgm:adjLst/>
            </dgm:shape>
            <dgm:presOf/>
            <dgm:constrLst/>
            <dgm:ruleLst/>
            <dgm:forEach name="Name8" axis="ch">
              <dgm:forEach name="Name9" axis="self" ptType="parTrans" cnt="1">
                <dgm:layoutNode name="Name10">
                  <dgm:alg type="conn">
                    <dgm:param type="dim" val="1D"/>
                    <dgm:param type="endSty" val="noArr"/>
                    <dgm:param type="connRout" val="bend"/>
                    <dgm:param type="bendPt" val="end"/>
                    <dgm:param type="begPts" val="bCtr"/>
                    <dgm:param type="endPts" val="tCtr"/>
                    <dgm:param type="srcNode" val="background"/>
                    <dgm:param type="dstNode" val="background2"/>
                  </dgm:alg>
                  <dgm:shape xmlns:r="http://schemas.openxmlformats.org/officeDocument/2006/relationships" type="conn" r:blip="" zOrderOff="-999">
                    <dgm:adjLst/>
                  </dgm:shape>
                  <dgm:presOf axis="self"/>
                  <dgm:constrLst>
                    <dgm:constr type="begPad"/>
                    <dgm:constr type="endPad"/>
                  </dgm:constrLst>
                  <dgm:ruleLst/>
                </dgm:layoutNode>
              </dgm:forEach>
              <dgm:forEach name="Name11" axis="self" ptType="node">
                <dgm:layoutNode name="hierRoot2">
                  <dgm:alg type="hierRoot"/>
                  <dgm:shape xmlns:r="http://schemas.openxmlformats.org/officeDocument/2006/relationships" r:blip="">
                    <dgm:adjLst/>
                  </dgm:shape>
                  <dgm:presOf/>
                  <dgm:constrLst>
                    <dgm:constr type="bendDist" for="des" ptType="parTrans" refType="sp" fact="0.5"/>
                  </dgm:constrLst>
                  <dgm:ruleLst/>
                  <dgm:layoutNode name="composite2">
                    <dgm:alg type="composite"/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w" for="ch" forName="background2" refType="w" fact="0.9"/>
                      <dgm:constr type="h" for="ch" forName="background2" refType="w" refFor="ch" refForName="background2" fact="0.635"/>
                      <dgm:constr type="t" for="ch" forName="background2"/>
                      <dgm:constr type="l" for="ch" forName="background2"/>
                      <dgm:constr type="w" for="ch" forName="text2" refType="w" fact="0.9"/>
                      <dgm:constr type="h" for="ch" forName="text2" refType="w" refFor="ch" refForName="text2" fact="0.635"/>
                      <dgm:constr type="t" for="ch" forName="text2" refType="w" fact="0.095"/>
                      <dgm:constr type="l" for="ch" forName="text2" refType="w" fact="0.1"/>
                    </dgm:constrLst>
                    <dgm:ruleLst/>
                    <dgm:layoutNode name="background2" moveWith="text2">
                      <dgm:alg type="sp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/>
                      <dgm:constrLst/>
                      <dgm:ruleLst/>
                    </dgm:layoutNode>
                    <dgm:layoutNode name="text2" styleLbl="fgAcc2">
                      <dgm:varLst>
                        <dgm:chPref val="3"/>
                      </dgm:varLst>
                      <dgm:alg type="tx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self"/>
                      <dgm:constrLst>
                        <dgm:constr type="tMarg" refType="primFontSz" fact="0.3"/>
                        <dgm:constr type="bMarg" refType="primFontSz" fact="0.3"/>
                        <dgm:constr type="lMarg" refType="primFontSz" fact="0.3"/>
                        <dgm:constr type="r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</dgm:layoutNode>
                  <dgm:layoutNode name="hierChild3">
                    <dgm:choose name="Name12">
                      <dgm:if name="Name13" func="var" arg="dir" op="equ" val="norm">
                        <dgm:alg type="hierChild">
                          <dgm:param type="linDir" val="fromL"/>
                        </dgm:alg>
                      </dgm:if>
                      <dgm:else name="Name14">
                        <dgm:alg type="hierChild">
                          <dgm:param type="linDir" val="fromR"/>
                        </dgm:alg>
                      </dgm:else>
                    </dgm:choose>
                    <dgm:shape xmlns:r="http://schemas.openxmlformats.org/officeDocument/2006/relationships" r:blip="">
                      <dgm:adjLst/>
                    </dgm:shape>
                    <dgm:presOf/>
                    <dgm:constrLst/>
                    <dgm:ruleLst/>
                    <dgm:forEach name="Name15" axis="ch">
                      <dgm:forEach name="Name16" axis="self" ptType="parTrans" cnt="1">
                        <dgm:layoutNode name="Name17">
                          <dgm:alg type="conn">
                            <dgm:param type="dim" val="1D"/>
                            <dgm:param type="endSty" val="noArr"/>
                            <dgm:param type="connRout" val="bend"/>
                            <dgm:param type="bendPt" val="end"/>
                            <dgm:param type="begPts" val="bCtr"/>
                            <dgm:param type="endPts" val="tCtr"/>
                            <dgm:param type="srcNode" val="background2"/>
                            <dgm:param type="dstNode" val="background3"/>
                          </dgm:alg>
                          <dgm:shape xmlns:r="http://schemas.openxmlformats.org/officeDocument/2006/relationships" type="conn" r:blip="" zOrderOff="-999">
                            <dgm:adjLst/>
                          </dgm:shape>
                          <dgm:presOf axis="self"/>
                          <dgm:constrLst>
                            <dgm:constr type="begPad"/>
                            <dgm:constr type="endPad"/>
                          </dgm:constrLst>
                          <dgm:ruleLst/>
                        </dgm:layoutNode>
                      </dgm:forEach>
                      <dgm:forEach name="Name18" axis="self" ptType="node">
                        <dgm:layoutNode name="hierRoot3">
                          <dgm:alg type="hierRoot"/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constrLst>
                            <dgm:constr type="bendDist" for="des" ptType="parTrans" refType="sp" fact="0.5"/>
                          </dgm:constrLst>
                          <dgm:ruleLst/>
                          <dgm:layoutNode name="composite3">
                            <dgm:alg type="composite"/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  <dgm:constrLst>
                              <dgm:constr type="w" for="ch" forName="background3" refType="w" fact="0.9"/>
                              <dgm:constr type="h" for="ch" forName="background3" refType="w" refFor="ch" refForName="background3" fact="0.635"/>
                              <dgm:constr type="t" for="ch" forName="background3"/>
                              <dgm:constr type="l" for="ch" forName="background3"/>
                              <dgm:constr type="w" for="ch" forName="text3" refType="w" fact="0.9"/>
                              <dgm:constr type="h" for="ch" forName="text3" refType="w" refFor="ch" refForName="text3" fact="0.635"/>
                              <dgm:constr type="t" for="ch" forName="text3" refType="w" fact="0.095"/>
                              <dgm:constr type="l" for="ch" forName="text3" refType="w" fact="0.1"/>
                            </dgm:constrLst>
                            <dgm:ruleLst/>
                            <dgm:layoutNode name="background3" moveWith="text3">
                              <dgm:alg type="sp"/>
                              <dgm:shape xmlns:r="http://schemas.openxmlformats.org/officeDocument/2006/relationships" type="roundRect" r:blip="">
                                <dgm:adjLst>
                                  <dgm:adj idx="1" val="0.1"/>
                                </dgm:adjLst>
                              </dgm:shape>
                              <dgm:presOf/>
                              <dgm:constrLst/>
                              <dgm:ruleLst/>
                            </dgm:layoutNode>
                            <dgm:layoutNode name="text3" styleLbl="fgAcc3">
                              <dgm:varLst>
                                <dgm:chPref val="3"/>
                              </dgm:varLst>
                              <dgm:alg type="tx"/>
                              <dgm:shape xmlns:r="http://schemas.openxmlformats.org/officeDocument/2006/relationships" type="roundRect" r:blip="">
                                <dgm:adjLst>
                                  <dgm:adj idx="1" val="0.1"/>
                                </dgm:adjLst>
                              </dgm:shape>
                              <dgm:presOf axis="self"/>
                              <dgm:constrLst>
                                <dgm:constr type="tMarg" refType="primFontSz" fact="0.3"/>
                                <dgm:constr type="bMarg" refType="primFontSz" fact="0.3"/>
                                <dgm:constr type="lMarg" refType="primFontSz" fact="0.3"/>
                                <dgm:constr type="rMarg" refType="primFontSz" fact="0.3"/>
                              </dgm:constrLst>
                              <dgm:ruleLst>
                                <dgm:rule type="primFontSz" val="5" fact="NaN" max="NaN"/>
                              </dgm:ruleLst>
                            </dgm:layoutNode>
                          </dgm:layoutNode>
                          <dgm:layoutNode name="hierChild4">
                            <dgm:choose name="Name19">
                              <dgm:if name="Name20" func="var" arg="dir" op="equ" val="norm">
                                <dgm:alg type="hierChild">
                                  <dgm:param type="linDir" val="fromL"/>
                                </dgm:alg>
                              </dgm:if>
                              <dgm:else name="Name21">
                                <dgm:alg type="hierChild">
                                  <dgm:param type="linDir" val="fromR"/>
                                </dgm:alg>
                              </dgm:else>
                            </dgm:choose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  <dgm:constrLst/>
                            <dgm:ruleLst/>
                            <dgm:forEach name="repeat" axis="ch">
                              <dgm:forEach name="Name22" axis="self" ptType="parTrans" cnt="1">
                                <dgm:layoutNode name="Name23">
                                  <dgm:choose name="Name24">
                                    <dgm:if name="Name25" axis="self" func="depth" op="lte" val="4">
                                      <dgm:alg type="conn">
                                        <dgm:param type="dim" val="1D"/>
                                        <dgm:param type="endSty" val="noArr"/>
                                        <dgm:param type="connRout" val="bend"/>
                                        <dgm:param type="bendPt" val="end"/>
                                        <dgm:param type="begPts" val="bCtr"/>
                                        <dgm:param type="endPts" val="tCtr"/>
                                        <dgm:param type="srcNode" val="background3"/>
                                        <dgm:param type="dstNode" val="background4"/>
                                      </dgm:alg>
                                    </dgm:if>
                                    <dgm:else name="Name26">
                                      <dgm:alg type="conn">
                                        <dgm:param type="dim" val="1D"/>
                                        <dgm:param type="endSty" val="noArr"/>
                                        <dgm:param type="connRout" val="bend"/>
                                        <dgm:param type="bendPt" val="end"/>
                                        <dgm:param type="begPts" val="bCtr"/>
                                        <dgm:param type="endPts" val="tCtr"/>
                                        <dgm:param type="srcNode" val="background4"/>
                                        <dgm:param type="dstNode" val="background4"/>
                                      </dgm:alg>
                                    </dgm:else>
                                  </dgm:choose>
                                  <dgm:shape xmlns:r="http://schemas.openxmlformats.org/officeDocument/2006/relationships" type="conn" r:blip="" zOrderOff="-999">
                                    <dgm:adjLst/>
                                  </dgm:shape>
                                  <dgm:presOf axis="self"/>
                                  <dgm:constrLst>
                                    <dgm:constr type="begPad"/>
                                    <dgm:constr type="endPad"/>
                                  </dgm:constrLst>
                                  <dgm:ruleLst/>
                                </dgm:layoutNode>
                              </dgm:forEach>
                              <dgm:forEach name="Name27" axis="self" ptType="node">
                                <dgm:layoutNode name="hierRoot4">
                                  <dgm:alg type="hierRoot"/>
                                  <dgm:shape xmlns:r="http://schemas.openxmlformats.org/officeDocument/2006/relationships" r:blip="">
                                    <dgm:adjLst/>
                                  </dgm:shape>
                                  <dgm:presOf/>
                                  <dgm:constrLst>
                                    <dgm:constr type="bendDist" for="des" ptType="parTrans" refType="sp" fact="0.5"/>
                                  </dgm:constrLst>
                                  <dgm:ruleLst/>
                                  <dgm:layoutNode name="composite4">
                                    <dgm:alg type="composite"/>
                                    <dgm:shape xmlns:r="http://schemas.openxmlformats.org/officeDocument/2006/relationships" r:blip="">
                                      <dgm:adjLst/>
                                    </dgm:shape>
                                    <dgm:presOf/>
                                    <dgm:constrLst>
                                      <dgm:constr type="w" for="ch" forName="background4" refType="w" fact="0.9"/>
                                      <dgm:constr type="h" for="ch" forName="background4" refType="w" refFor="ch" refForName="background4" fact="0.635"/>
                                      <dgm:constr type="t" for="ch" forName="background4"/>
                                      <dgm:constr type="l" for="ch" forName="background4"/>
                                      <dgm:constr type="w" for="ch" forName="text4" refType="w" fact="0.9"/>
                                      <dgm:constr type="h" for="ch" forName="text4" refType="w" refFor="ch" refForName="text4" fact="0.635"/>
                                      <dgm:constr type="t" for="ch" forName="text4" refType="w" fact="0.095"/>
                                      <dgm:constr type="l" for="ch" forName="text4" refType="w" fact="0.1"/>
                                    </dgm:constrLst>
                                    <dgm:ruleLst/>
                                    <dgm:layoutNode name="background4" moveWith="text4">
                                      <dgm:alg type="sp"/>
                                      <dgm:shape xmlns:r="http://schemas.openxmlformats.org/officeDocument/2006/relationships" type="roundRect" r:blip="">
                                        <dgm:adjLst>
                                          <dgm:adj idx="1" val="0.1"/>
                                        </dgm:adjLst>
                                      </dgm:shape>
                                      <dgm:presOf/>
                                      <dgm:constrLst/>
                                      <dgm:ruleLst/>
                                    </dgm:layoutNode>
                                    <dgm:layoutNode name="text4" styleLbl="fgAcc4">
                                      <dgm:varLst>
                                        <dgm:chPref val="3"/>
                                      </dgm:varLst>
                                      <dgm:alg type="tx"/>
                                      <dgm:shape xmlns:r="http://schemas.openxmlformats.org/officeDocument/2006/relationships" type="roundRect" r:blip="">
                                        <dgm:adjLst>
                                          <dgm:adj idx="1" val="0.1"/>
                                        </dgm:adjLst>
                                      </dgm:shape>
                                      <dgm:presOf axis="self"/>
                                      <dgm:constrLst>
                                        <dgm:constr type="tMarg" refType="primFontSz" fact="0.3"/>
                                        <dgm:constr type="bMarg" refType="primFontSz" fact="0.3"/>
                                        <dgm:constr type="lMarg" refType="primFontSz" fact="0.3"/>
                                        <dgm:constr type="rMarg" refType="primFontSz" fact="0.3"/>
                                      </dgm:constrLst>
                                      <dgm:ruleLst>
                                        <dgm:rule type="primFontSz" val="5" fact="NaN" max="NaN"/>
                                      </dgm:ruleLst>
                                    </dgm:layoutNode>
                                  </dgm:layoutNode>
                                  <dgm:layoutNode name="hierChild5">
                                    <dgm:choose name="Name28">
                                      <dgm:if name="Name29" func="var" arg="dir" op="equ" val="norm">
                                        <dgm:alg type="hierChild">
                                          <dgm:param type="linDir" val="fromL"/>
                                        </dgm:alg>
                                      </dgm:if>
                                      <dgm:else name="Name30">
                                        <dgm:alg type="hierChild">
                                          <dgm:param type="linDir" val="fromR"/>
                                        </dgm:alg>
                                      </dgm:else>
                                    </dgm:choose>
                                    <dgm:shape xmlns:r="http://schemas.openxmlformats.org/officeDocument/2006/relationships" r:blip="">
                                      <dgm:adjLst/>
                                    </dgm:shape>
                                    <dgm:presOf/>
                                    <dgm:constrLst/>
                                    <dgm:ruleLst/>
                                    <dgm:forEach name="Name31" ref="repeat"/>
                                  </dgm:layoutNode>
                                </dgm:layoutNode>
                              </dgm:forEach>
                            </dgm:forEach>
                          </dgm:layoutNode>
                        </dgm:layoutNode>
                      </dgm:forEach>
                    </dgm:forEach>
                  </dgm:layoutNode>
                </dgm:layoutNode>
              </dgm:forEach>
            </dgm:forEach>
          </dgm:layoutNode>
        </dgm:layoutNode>
      </dgm:forEach>
    </dgm:forEach>
  </dgm:layoutNode>
</dgm:layoutDef>
</file>

<file path=ppt/diagrams/layout7.xml><?xml version="1.0" encoding="utf-8"?>
<dgm:layoutDef xmlns:dgm="http://schemas.openxmlformats.org/drawingml/2006/diagram" xmlns:a="http://schemas.openxmlformats.org/drawingml/2006/main" uniqueId="urn:microsoft.com/office/officeart/2005/8/layout/vProcess5">
  <dgm:title val=""/>
  <dgm:desc val=""/>
  <dgm:catLst>
    <dgm:cat type="process" pri="14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</dgm:ptLst>
      <dgm:cxnLst>
        <dgm:cxn modelId="5" srcId="0" destId="1" srcOrd="0" destOrd="0"/>
        <dgm:cxn modelId="6" srcId="0" destId="2" srcOrd="1" destOrd="0"/>
        <dgm:cxn modelId="7" srcId="0" destId="3" srcOrd="2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6" srcId="0" destId="1" srcOrd="0" destOrd="0"/>
        <dgm:cxn modelId="7" srcId="0" destId="2" srcOrd="1" destOrd="0"/>
        <dgm:cxn modelId="8" srcId="0" destId="3" srcOrd="2" destOrd="0"/>
        <dgm:cxn modelId="9" srcId="0" destId="4" srcOrd="3" destOrd="0"/>
      </dgm:cxnLst>
      <dgm:bg/>
      <dgm:whole/>
    </dgm:dataModel>
  </dgm:clrData>
  <dgm:layoutNode name="outerComposite">
    <dgm:varLst>
      <dgm:chMax val="5"/>
      <dgm:dir/>
      <dgm:resizeHandles val="exact"/>
    </dgm:varLst>
    <dgm:alg type="composite"/>
    <dgm:shape xmlns:r="http://schemas.openxmlformats.org/officeDocument/2006/relationships" r:blip="">
      <dgm:adjLst/>
    </dgm:shape>
    <dgm:presOf/>
    <dgm:choose name="Name0">
      <dgm:if name="Name1" func="var" arg="dir" op="equ" val="norm">
        <dgm:constrLst>
          <dgm:constr type="primFontSz" for="ch" ptType="node" op="equ" val="65"/>
          <dgm:constr type="w" for="ch" forName="dummyMaxCanvas" refType="w"/>
          <dgm:constr type="h" for="ch" forName="dummyMaxCanvas" refType="h"/>
          <dgm:constr type="w" for="ch" forName="OneNode_1" refType="w"/>
          <dgm:constr type="h" for="ch" forName="OneNode_1" refType="h" fact="0.5"/>
          <dgm:constr type="ctrY" for="ch" forName="OneNode_1" refType="h" fact="0.5"/>
          <dgm:constr type="w" for="ch" forName="TwoNodes_1" refType="w" fact="0.85"/>
          <dgm:constr type="h" for="ch" forName="TwoNodes_1" refType="h" fact="0.45"/>
          <dgm:constr type="t" for="ch" forName="TwoNodes_1"/>
          <dgm:constr type="l" for="ch" forName="TwoNodes_1"/>
          <dgm:constr type="w" for="ch" forName="TwoNodes_2" refType="w" fact="0.85"/>
          <dgm:constr type="h" for="ch" forName="TwoNodes_2" refType="h" fact="0.45"/>
          <dgm:constr type="b" for="ch" forName="TwoNodes_2" refType="h"/>
          <dgm:constr type="r" for="ch" forName="TwoNodes_2" refType="w"/>
          <dgm:constr type="w" for="ch" forName="TwoConn_1-2" refType="h" refFor="ch" refForName="TwoNodes_1" fact="0.65"/>
          <dgm:constr type="h" for="ch" forName="TwoConn_1-2" refType="h" refFor="ch" refForName="TwoNodes_1" fact="0.65"/>
          <dgm:constr type="ctrY" for="ch" forName="TwoConn_1-2" refType="h" fact="0.5"/>
          <dgm:constr type="r" for="ch" forName="TwoConn_1-2" refType="r" refFor="ch" refForName="TwoNodes_1"/>
          <dgm:constr type="r" for="ch" forName="TwoNodes_1_text" refType="l" refFor="ch" refForName="TwoConn_1-2"/>
          <dgm:constr type="rOff" for="ch" forName="TwoNodes_1_text" refType="w" refFor="ch" refForName="TwoConn_1-2" fact="-0.5"/>
          <dgm:constr type="t" for="ch" forName="TwoNodes_1_text" refType="t" refFor="ch" refForName="TwoNodes_1"/>
          <dgm:constr type="b" for="ch" forName="TwoNodes_1_text" refType="b" refFor="ch" refForName="TwoNodes_1"/>
          <dgm:constr type="l" for="ch" forName="TwoNodes_1_text" refType="l" refFor="ch" refForName="TwoNodes_1"/>
          <dgm:constr type="r" for="ch" forName="TwoNodes_2_text" refType="l" refFor="ch" refForName="TwoConn_1-2"/>
          <dgm:constr type="t" for="ch" forName="TwoNodes_2_text" refType="t" refFor="ch" refForName="TwoNodes_2"/>
          <dgm:constr type="b" for="ch" forName="TwoNodes_2_text" refType="b" refFor="ch" refForName="TwoNodes_2"/>
          <dgm:constr type="l" for="ch" forName="TwoNodes_2_text" refType="l" refFor="ch" refForName="TwoNodes_2"/>
          <dgm:constr type="w" for="ch" forName="ThreeNodes_1" refType="w" fact="0.85"/>
          <dgm:constr type="h" for="ch" forName="ThreeNodes_1" refType="h" fact="0.3"/>
          <dgm:constr type="t" for="ch" forName="ThreeNodes_1"/>
          <dgm:constr type="l" for="ch" forName="ThreeNodes_1"/>
          <dgm:constr type="w" for="ch" forName="ThreeNodes_2" refType="w" fact="0.85"/>
          <dgm:constr type="h" for="ch" forName="ThreeNodes_2" refType="h" fact="0.3"/>
          <dgm:constr type="ctrY" for="ch" forName="ThreeNodes_2" refType="h" fact="0.5"/>
          <dgm:constr type="ctrX" for="ch" forName="ThreeNodes_2" refType="w" fact="0.5"/>
          <dgm:constr type="w" for="ch" forName="ThreeNodes_3" refType="w" fact="0.85"/>
          <dgm:constr type="h" for="ch" forName="ThreeNodes_3" refType="h" fact="0.3"/>
          <dgm:constr type="b" for="ch" forName="ThreeNodes_3" refType="h"/>
          <dgm:constr type="r" for="ch" forName="ThreeNodes_3" refType="w"/>
          <dgm:constr type="w" for="ch" forName="ThreeConn_1-2" refType="h" refFor="ch" refForName="ThreeNodes_1" fact="0.65"/>
          <dgm:constr type="h" for="ch" forName="ThreeConn_1-2" refType="h" refFor="ch" refForName="ThreeNodes_1" fact="0.65"/>
          <dgm:constr type="ctrY" for="ch" forName="ThreeConn_1-2" refType="h" fact="0.325"/>
          <dgm:constr type="r" for="ch" forName="ThreeConn_1-2" refType="r" refFor="ch" refForName="ThreeNodes_1"/>
          <dgm:constr type="w" for="ch" forName="ThreeConn_2-3" refType="h" refFor="ch" refForName="ThreeNodes_2" fact="0.65"/>
          <dgm:constr type="h" for="ch" forName="ThreeConn_2-3" refType="h" refFor="ch" refForName="ThreeNodes_2" fact="0.65"/>
          <dgm:constr type="ctrY" for="ch" forName="ThreeConn_2-3" refType="h" fact="0.673"/>
          <dgm:constr type="r" for="ch" forName="ThreeConn_2-3" refType="r" refFor="ch" refForName="ThreeNodes_2"/>
          <dgm:constr type="r" for="ch" forName="ThreeNodes_1_text" refType="l" refFor="ch" refForName="ThreeConn_1-2"/>
          <dgm:constr type="rOff" for="ch" forName="ThreeNodes_1_text" refType="w" refFor="ch" refForName="ThreeConn_1-2" fact="-0.57"/>
          <dgm:constr type="t" for="ch" forName="ThreeNodes_1_text" refType="t" refFor="ch" refForName="ThreeNodes_1"/>
          <dgm:constr type="b" for="ch" forName="ThreeNodes_1_text" refType="b" refFor="ch" refForName="ThreeNodes_1"/>
          <dgm:constr type="l" for="ch" forName="ThreeNodes_1_text" refType="l" refFor="ch" refForName="ThreeNodes_1"/>
          <dgm:constr type="r" for="ch" forName="ThreeNodes_2_text" refType="l" refFor="ch" refForName="ThreeConn_1-2"/>
          <dgm:constr type="t" for="ch" forName="ThreeNodes_2_text" refType="t" refFor="ch" refForName="ThreeNodes_2"/>
          <dgm:constr type="b" for="ch" forName="ThreeNodes_2_text" refType="b" refFor="ch" refForName="ThreeNodes_2"/>
          <dgm:constr type="l" for="ch" forName="ThreeNodes_2_text" refType="l" refFor="ch" refForName="ThreeNodes_2"/>
          <dgm:constr type="r" for="ch" forName="ThreeNodes_3_text" refType="l" refFor="ch" refForName="ThreeConn_2-3"/>
          <dgm:constr type="t" for="ch" forName="ThreeNodes_3_text" refType="t" refFor="ch" refForName="ThreeNodes_3"/>
          <dgm:constr type="b" for="ch" forName="ThreeNodes_3_text" refType="b" refFor="ch" refForName="ThreeNodes_3"/>
          <dgm:constr type="l" for="ch" forName="ThreeNodes_3_text" refType="l" refFor="ch" refForName="ThreeNodes_3"/>
          <dgm:constr type="w" for="ch" forName="FourNodes_1" refType="w" fact="0.8"/>
          <dgm:constr type="h" for="ch" forName="FourNodes_1" refType="h" fact="0.22"/>
          <dgm:constr type="t" for="ch" forName="FourNodes_1"/>
          <dgm:constr type="l" for="ch" forName="FourNodes_1"/>
          <dgm:constr type="w" for="ch" forName="FourNodes_2" refType="w" fact="0.8"/>
          <dgm:constr type="h" for="ch" forName="FourNodes_2" refType="h" fact="0.22"/>
          <dgm:constr type="ctrY" for="ch" forName="FourNodes_2" refType="h" fact="0.37"/>
          <dgm:constr type="ctrX" for="ch" forName="FourNodes_2" refType="w" fact="0.467"/>
          <dgm:constr type="w" for="ch" forName="FourNodes_3" refType="w" fact="0.8"/>
          <dgm:constr type="h" for="ch" forName="FourNodes_3" refType="h" fact="0.22"/>
          <dgm:constr type="ctrY" for="ch" forName="FourNodes_3" refType="h" fact="0.63"/>
          <dgm:constr type="ctrX" for="ch" forName="FourNodes_3" refType="w" fact="0.533"/>
          <dgm:constr type="w" for="ch" forName="FourNodes_4" refType="w" fact="0.8"/>
          <dgm:constr type="h" for="ch" forName="FourNodes_4" refType="h" fact="0.22"/>
          <dgm:constr type="b" for="ch" forName="FourNodes_4" refType="h"/>
          <dgm:constr type="r" for="ch" forName="FourNodes_4" refType="w"/>
          <dgm:constr type="w" for="ch" forName="FourConn_1-2" refType="h" refFor="ch" refForName="FourNodes_1" fact="0.65"/>
          <dgm:constr type="h" for="ch" forName="FourConn_1-2" refType="h" refFor="ch" refForName="FourNodes_1" fact="0.65"/>
          <dgm:constr type="ctrY" for="ch" forName="FourConn_1-2" refType="h" fact="0.24"/>
          <dgm:constr type="r" for="ch" forName="FourConn_1-2" refType="r" refFor="ch" refForName="FourNodes_1"/>
          <dgm:constr type="w" for="ch" forName="FourConn_2-3" refType="h" refFor="ch" refForName="FourNodes_2" fact="0.65"/>
          <dgm:constr type="h" for="ch" forName="FourConn_2-3" refType="h" refFor="ch" refForName="FourNodes_2" fact="0.65"/>
          <dgm:constr type="ctrY" for="ch" forName="FourConn_2-3" refType="h" fact="0.5"/>
          <dgm:constr type="r" for="ch" forName="FourConn_2-3" refType="r" refFor="ch" refForName="FourNodes_2"/>
          <dgm:constr type="w" for="ch" forName="FourConn_3-4" refType="h" refFor="ch" refForName="FourNodes_3" fact="0.65"/>
          <dgm:constr type="h" for="ch" forName="FourConn_3-4" refType="h" refFor="ch" refForName="FourNodes_3" fact="0.65"/>
          <dgm:constr type="ctrY" for="ch" forName="FourConn_3-4" refType="h" fact="0.76"/>
          <dgm:constr type="r" for="ch" forName="FourConn_3-4" refType="r" refFor="ch" refForName="FourNodes_3"/>
          <dgm:constr type="r" for="ch" forName="FourNodes_1_text" refType="l" refFor="ch" refForName="FourConn_1-2"/>
          <dgm:constr type="rOff" for="ch" forName="FourNodes_1_text" refType="w" refFor="ch" refForName="FourConn_1-2" fact="-0.7"/>
          <dgm:constr type="t" for="ch" forName="FourNodes_1_text" refType="t" refFor="ch" refForName="FourNodes_1"/>
          <dgm:constr type="b" for="ch" forName="FourNodes_1_text" refType="b" refFor="ch" refForName="FourNodes_1"/>
          <dgm:constr type="l" for="ch" forName="FourNodes_1_text" refType="l" refFor="ch" refForName="FourNodes_1"/>
          <dgm:constr type="r" for="ch" forName="FourNodes_2_text" refType="l" refFor="ch" refForName="FourConn_1-2"/>
          <dgm:constr type="t" for="ch" forName="FourNodes_2_text" refType="t" refFor="ch" refForName="FourNodes_2"/>
          <dgm:constr type="b" for="ch" forName="FourNodes_2_text" refType="b" refFor="ch" refForName="FourNodes_2"/>
          <dgm:constr type="l" for="ch" forName="FourNodes_2_text" refType="l" refFor="ch" refForName="FourNodes_2"/>
          <dgm:constr type="r" for="ch" forName="FourNodes_3_text" refType="l" refFor="ch" refForName="FourConn_2-3"/>
          <dgm:constr type="t" for="ch" forName="FourNodes_3_text" refType="t" refFor="ch" refForName="FourNodes_3"/>
          <dgm:constr type="b" for="ch" forName="FourNodes_3_text" refType="b" refFor="ch" refForName="FourNodes_3"/>
          <dgm:constr type="l" for="ch" forName="FourNodes_3_text" refType="l" refFor="ch" refForName="FourNodes_3"/>
          <dgm:constr type="r" for="ch" forName="FourNodes_4_text" refType="l" refFor="ch" refForName="FourConn_3-4"/>
          <dgm:constr type="t" for="ch" forName="FourNodes_4_text" refType="t" refFor="ch" refForName="FourNodes_4"/>
          <dgm:constr type="b" for="ch" forName="FourNodes_4_text" refType="b" refFor="ch" refForName="FourNodes_4"/>
          <dgm:constr type="l" for="ch" forName="FourNodes_4_text" refType="l" refFor="ch" refForName="FourNodes_4"/>
          <dgm:constr type="w" for="ch" forName="FiveNodes_1" refType="w" fact="0.77"/>
          <dgm:constr type="h" for="ch" forName="FiveNodes_1" refType="h" fact="0.18"/>
          <dgm:constr type="t" for="ch" forName="FiveNodes_1"/>
          <dgm:constr type="l" for="ch" forName="FiveNodes_1"/>
          <dgm:constr type="w" for="ch" forName="FiveNodes_2" refType="w" fact="0.77"/>
          <dgm:constr type="h" for="ch" forName="FiveNodes_2" refType="h" fact="0.18"/>
          <dgm:constr type="ctrY" for="ch" forName="FiveNodes_2" refType="h" fact="0.295"/>
          <dgm:constr type="ctrX" for="ch" forName="FiveNodes_2" refType="w" fact="0.4425"/>
          <dgm:constr type="w" for="ch" forName="FiveNodes_3" refType="w" fact="0.77"/>
          <dgm:constr type="h" for="ch" forName="FiveNodes_3" refType="h" fact="0.18"/>
          <dgm:constr type="ctrY" for="ch" forName="FiveNodes_3" refType="h" fact="0.5"/>
          <dgm:constr type="ctrX" for="ch" forName="FiveNodes_3" refType="w" fact="0.5"/>
          <dgm:constr type="w" for="ch" forName="FiveNodes_4" refType="w" fact="0.77"/>
          <dgm:constr type="h" for="ch" forName="FiveNodes_4" refType="h" fact="0.18"/>
          <dgm:constr type="ctrY" for="ch" forName="FiveNodes_4" refType="h" fact="0.705"/>
          <dgm:constr type="ctrX" for="ch" forName="FiveNodes_4" refType="w" fact="0.5575"/>
          <dgm:constr type="w" for="ch" forName="FiveNodes_5" refType="w" fact="0.77"/>
          <dgm:constr type="h" for="ch" forName="FiveNodes_5" refType="h" fact="0.18"/>
          <dgm:constr type="b" for="ch" forName="FiveNodes_5" refType="h"/>
          <dgm:constr type="r" for="ch" forName="FiveNodes_5" refType="w"/>
          <dgm:constr type="w" for="ch" forName="FiveConn_1-2" refType="h" refFor="ch" refForName="FiveNodes_1" fact="0.65"/>
          <dgm:constr type="h" for="ch" forName="FiveConn_1-2" refType="h" refFor="ch" refForName="FiveNodes_1" fact="0.65"/>
          <dgm:constr type="ctrY" for="ch" forName="FiveConn_1-2" refType="h" fact="0.19"/>
          <dgm:constr type="r" for="ch" forName="FiveConn_1-2" refType="r" refFor="ch" refForName="FiveNodes_1"/>
          <dgm:constr type="w" for="ch" forName="FiveConn_2-3" refType="h" refFor="ch" refForName="FiveNodes_2" fact="0.65"/>
          <dgm:constr type="h" for="ch" forName="FiveConn_2-3" refType="h" refFor="ch" refForName="FiveNodes_2" fact="0.65"/>
          <dgm:constr type="ctrY" for="ch" forName="FiveConn_2-3" refType="h" fact="0.395"/>
          <dgm:constr type="r" for="ch" forName="FiveConn_2-3" refType="r" refFor="ch" refForName="FiveNodes_2"/>
          <dgm:constr type="w" for="ch" forName="FiveConn_3-4" refType="h" refFor="ch" refForName="FiveNodes_3" fact="0.65"/>
          <dgm:constr type="h" for="ch" forName="FiveConn_3-4" refType="h" refFor="ch" refForName="FiveNodes_3" fact="0.65"/>
          <dgm:constr type="ctrY" for="ch" forName="FiveConn_3-4" refType="h" fact="0.597"/>
          <dgm:constr type="r" for="ch" forName="FiveConn_3-4" refType="r" refFor="ch" refForName="FiveNodes_3"/>
          <dgm:constr type="w" for="ch" forName="FiveConn_4-5" refType="h" refFor="ch" refForName="FiveNodes_4" fact="0.65"/>
          <dgm:constr type="h" for="ch" forName="FiveConn_4-5" refType="h" refFor="ch" refForName="FiveNodes_4" fact="0.65"/>
          <dgm:constr type="ctrY" for="ch" forName="FiveConn_4-5" refType="h" fact="0.804"/>
          <dgm:constr type="r" for="ch" forName="FiveConn_4-5" refType="r" refFor="ch" refForName="FiveNodes_4"/>
          <dgm:constr type="r" for="ch" forName="FiveNodes_1_text" refType="l" refFor="ch" refForName="FiveConn_1-2"/>
          <dgm:constr type="rOff" for="ch" forName="FiveNodes_1_text" refType="w" refFor="ch" refForName="FiveConn_1-2" fact="-0.75"/>
          <dgm:constr type="t" for="ch" forName="FiveNodes_1_text" refType="t" refFor="ch" refForName="FiveNodes_1"/>
          <dgm:constr type="b" for="ch" forName="FiveNodes_1_text" refType="b" refFor="ch" refForName="FiveNodes_1"/>
          <dgm:constr type="l" for="ch" forName="FiveNodes_1_text" refType="l" refFor="ch" refForName="FiveNodes_1"/>
          <dgm:constr type="r" for="ch" forName="FiveNodes_2_text" refType="l" refFor="ch" refForName="FiveConn_1-2"/>
          <dgm:constr type="t" for="ch" forName="FiveNodes_2_text" refType="t" refFor="ch" refForName="FiveNodes_2"/>
          <dgm:constr type="b" for="ch" forName="FiveNodes_2_text" refType="b" refFor="ch" refForName="FiveNodes_2"/>
          <dgm:constr type="l" for="ch" forName="FiveNodes_2_text" refType="l" refFor="ch" refForName="FiveNodes_2"/>
          <dgm:constr type="r" for="ch" forName="FiveNodes_3_text" refType="l" refFor="ch" refForName="FiveConn_2-3"/>
          <dgm:constr type="t" for="ch" forName="FiveNodes_3_text" refType="t" refFor="ch" refForName="FiveNodes_3"/>
          <dgm:constr type="b" for="ch" forName="FiveNodes_3_text" refType="b" refFor="ch" refForName="FiveNodes_3"/>
          <dgm:constr type="l" for="ch" forName="FiveNodes_3_text" refType="l" refFor="ch" refForName="FiveNodes_3"/>
          <dgm:constr type="r" for="ch" forName="FiveNodes_4_text" refType="l" refFor="ch" refForName="FiveConn_3-4"/>
          <dgm:constr type="t" for="ch" forName="FiveNodes_4_text" refType="t" refFor="ch" refForName="FiveNodes_4"/>
          <dgm:constr type="b" for="ch" forName="FiveNodes_4_text" refType="b" refFor="ch" refForName="FiveNodes_4"/>
          <dgm:constr type="l" for="ch" forName="FiveNodes_4_text" refType="l" refFor="ch" refForName="FiveNodes_4"/>
          <dgm:constr type="r" for="ch" forName="FiveNodes_5_text" refType="l" refFor="ch" refForName="FiveConn_4-5"/>
          <dgm:constr type="t" for="ch" forName="FiveNodes_5_text" refType="t" refFor="ch" refForName="FiveNodes_5"/>
          <dgm:constr type="b" for="ch" forName="FiveNodes_5_text" refType="b" refFor="ch" refForName="FiveNodes_5"/>
          <dgm:constr type="l" for="ch" forName="FiveNodes_5_text" refType="l" refFor="ch" refForName="FiveNodes_5"/>
        </dgm:constrLst>
      </dgm:if>
      <dgm:else name="Name2">
        <dgm:constrLst>
          <dgm:constr type="primFontSz" for="ch" ptType="node" op="equ" val="65"/>
          <dgm:constr type="w" for="ch" forName="dummyMaxCanvas" refType="w"/>
          <dgm:constr type="h" for="ch" forName="dummyMaxCanvas" refType="h"/>
          <dgm:constr type="w" for="ch" forName="OneNode_1" refType="w"/>
          <dgm:constr type="h" for="ch" forName="OneNode_1" refType="h" fact="0.5"/>
          <dgm:constr type="ctrY" for="ch" forName="OneNode_1" refType="h" fact="0.5"/>
          <dgm:constr type="w" for="ch" forName="TwoNodes_1" refType="w" fact="0.85"/>
          <dgm:constr type="h" for="ch" forName="TwoNodes_1" refType="h" fact="0.45"/>
          <dgm:constr type="t" for="ch" forName="TwoNodes_1"/>
          <dgm:constr type="r" for="ch" forName="TwoNodes_1" refType="w"/>
          <dgm:constr type="w" for="ch" forName="TwoNodes_2" refType="w" fact="0.85"/>
          <dgm:constr type="h" for="ch" forName="TwoNodes_2" refType="h" fact="0.45"/>
          <dgm:constr type="b" for="ch" forName="TwoNodes_2" refType="h"/>
          <dgm:constr type="l" for="ch" forName="TwoNodes_2"/>
          <dgm:constr type="w" for="ch" forName="TwoConn_1-2" refType="h" refFor="ch" refForName="TwoNodes_1" fact="0.65"/>
          <dgm:constr type="h" for="ch" forName="TwoConn_1-2" refType="h" refFor="ch" refForName="TwoNodes_1" fact="0.65"/>
          <dgm:constr type="ctrY" for="ch" forName="TwoConn_1-2" refType="h" fact="0.5"/>
          <dgm:constr type="l" for="ch" forName="TwoConn_1-2" refType="l" refFor="ch" refForName="TwoNodes_1"/>
          <dgm:constr type="l" for="ch" forName="TwoNodes_1_text" refType="r" refFor="ch" refForName="TwoConn_1-2"/>
          <dgm:constr type="lOff" for="ch" forName="TwoNodes_1_text" refType="w" refFor="ch" refForName="TwoConn_1-2" fact="0.5"/>
          <dgm:constr type="t" for="ch" forName="TwoNodes_1_text" refType="t" refFor="ch" refForName="TwoNodes_1"/>
          <dgm:constr type="b" for="ch" forName="TwoNodes_1_text" refType="b" refFor="ch" refForName="TwoNodes_1"/>
          <dgm:constr type="r" for="ch" forName="TwoNodes_1_text" refType="r" refFor="ch" refForName="TwoNodes_1"/>
          <dgm:constr type="l" for="ch" forName="TwoNodes_2_text" refType="r" refFor="ch" refForName="TwoConn_1-2"/>
          <dgm:constr type="t" for="ch" forName="TwoNodes_2_text" refType="t" refFor="ch" refForName="TwoNodes_2"/>
          <dgm:constr type="b" for="ch" forName="TwoNodes_2_text" refType="b" refFor="ch" refForName="TwoNodes_2"/>
          <dgm:constr type="r" for="ch" forName="TwoNodes_2_text" refType="r" refFor="ch" refForName="TwoNodes_2"/>
          <dgm:constr type="w" for="ch" forName="ThreeNodes_1" refType="w" fact="0.85"/>
          <dgm:constr type="h" for="ch" forName="ThreeNodes_1" refType="h" fact="0.3"/>
          <dgm:constr type="t" for="ch" forName="ThreeNodes_1"/>
          <dgm:constr type="r" for="ch" forName="ThreeNodes_1" refType="w"/>
          <dgm:constr type="w" for="ch" forName="ThreeNodes_2" refType="w" fact="0.85"/>
          <dgm:constr type="h" for="ch" forName="ThreeNodes_2" refType="h" fact="0.3"/>
          <dgm:constr type="ctrY" for="ch" forName="ThreeNodes_2" refType="h" fact="0.5"/>
          <dgm:constr type="ctrX" for="ch" forName="ThreeNodes_2" refType="w" fact="0.5"/>
          <dgm:constr type="w" for="ch" forName="ThreeNodes_3" refType="w" fact="0.85"/>
          <dgm:constr type="h" for="ch" forName="ThreeNodes_3" refType="h" fact="0.3"/>
          <dgm:constr type="b" for="ch" forName="ThreeNodes_3" refType="h"/>
          <dgm:constr type="l" for="ch" forName="ThreeNodes_3"/>
          <dgm:constr type="w" for="ch" forName="ThreeConn_1-2" refType="h" refFor="ch" refForName="ThreeNodes_1" fact="0.65"/>
          <dgm:constr type="h" for="ch" forName="ThreeConn_1-2" refType="h" refFor="ch" refForName="ThreeNodes_1" fact="0.65"/>
          <dgm:constr type="ctrY" for="ch" forName="ThreeConn_1-2" refType="h" fact="0.325"/>
          <dgm:constr type="l" for="ch" forName="ThreeConn_1-2" refType="l" refFor="ch" refForName="ThreeNodes_1"/>
          <dgm:constr type="w" for="ch" forName="ThreeConn_2-3" refType="h" refFor="ch" refForName="ThreeNodes_2" fact="0.65"/>
          <dgm:constr type="h" for="ch" forName="ThreeConn_2-3" refType="h" refFor="ch" refForName="ThreeNodes_2" fact="0.65"/>
          <dgm:constr type="ctrY" for="ch" forName="ThreeConn_2-3" refType="h" fact="0.673"/>
          <dgm:constr type="l" for="ch" forName="ThreeConn_2-3" refType="l" refFor="ch" refForName="ThreeNodes_2"/>
          <dgm:constr type="l" for="ch" forName="ThreeNodes_1_text" refType="r" refFor="ch" refForName="ThreeConn_1-2"/>
          <dgm:constr type="lOff" for="ch" forName="ThreeNodes_1_text" refType="w" refFor="ch" refForName="ThreeConn_1-2" fact="0.55"/>
          <dgm:constr type="t" for="ch" forName="ThreeNodes_1_text" refType="t" refFor="ch" refForName="ThreeNodes_1"/>
          <dgm:constr type="b" for="ch" forName="ThreeNodes_1_text" refType="b" refFor="ch" refForName="ThreeNodes_1"/>
          <dgm:constr type="r" for="ch" forName="ThreeNodes_1_text" refType="r" refFor="ch" refForName="ThreeNodes_1"/>
          <dgm:constr type="l" for="ch" forName="ThreeNodes_2_text" refType="r" refFor="ch" refForName="ThreeConn_1-2"/>
          <dgm:constr type="t" for="ch" forName="ThreeNodes_2_text" refType="t" refFor="ch" refForName="ThreeNodes_2"/>
          <dgm:constr type="b" for="ch" forName="ThreeNodes_2_text" refType="b" refFor="ch" refForName="ThreeNodes_2"/>
          <dgm:constr type="r" for="ch" forName="ThreeNodes_2_text" refType="r" refFor="ch" refForName="ThreeNodes_2"/>
          <dgm:constr type="l" for="ch" forName="ThreeNodes_3_text" refType="r" refFor="ch" refForName="ThreeConn_2-3"/>
          <dgm:constr type="t" for="ch" forName="ThreeNodes_3_text" refType="t" refFor="ch" refForName="ThreeNodes_3"/>
          <dgm:constr type="b" for="ch" forName="ThreeNodes_3_text" refType="b" refFor="ch" refForName="ThreeNodes_3"/>
          <dgm:constr type="r" for="ch" forName="ThreeNodes_3_text" refType="r" refFor="ch" refForName="ThreeNodes_3"/>
          <dgm:constr type="w" for="ch" forName="FourNodes_1" refType="w" fact="0.8"/>
          <dgm:constr type="h" for="ch" forName="FourNodes_1" refType="h" fact="0.22"/>
          <dgm:constr type="t" for="ch" forName="FourNodes_1"/>
          <dgm:constr type="r" for="ch" forName="FourNodes_1" refType="w"/>
          <dgm:constr type="w" for="ch" forName="FourNodes_2" refType="w" fact="0.8"/>
          <dgm:constr type="h" for="ch" forName="FourNodes_2" refType="h" fact="0.22"/>
          <dgm:constr type="ctrY" for="ch" forName="FourNodes_2" refType="h" fact="0.37"/>
          <dgm:constr type="ctrX" for="ch" forName="FourNodes_2" refType="w" fact="0.533"/>
          <dgm:constr type="w" for="ch" forName="FourNodes_3" refType="w" fact="0.8"/>
          <dgm:constr type="h" for="ch" forName="FourNodes_3" refType="h" fact="0.22"/>
          <dgm:constr type="ctrY" for="ch" forName="FourNodes_3" refType="h" fact="0.63"/>
          <dgm:constr type="ctrX" for="ch" forName="FourNodes_3" refType="w" fact="0.467"/>
          <dgm:constr type="w" for="ch" forName="FourNodes_4" refType="w" fact="0.8"/>
          <dgm:constr type="h" for="ch" forName="FourNodes_4" refType="h" fact="0.22"/>
          <dgm:constr type="b" for="ch" forName="FourNodes_4" refType="h"/>
          <dgm:constr type="l" for="ch" forName="FourNodes_4"/>
          <dgm:constr type="w" for="ch" forName="FourConn_1-2" refType="h" refFor="ch" refForName="FourNodes_1" fact="0.65"/>
          <dgm:constr type="h" for="ch" forName="FourConn_1-2" refType="h" refFor="ch" refForName="FourNodes_1" fact="0.65"/>
          <dgm:constr type="ctrY" for="ch" forName="FourConn_1-2" refType="h" fact="0.24"/>
          <dgm:constr type="l" for="ch" forName="FourConn_1-2" refType="l" refFor="ch" refForName="FourNodes_1"/>
          <dgm:constr type="w" for="ch" forName="FourConn_2-3" refType="h" refFor="ch" refForName="FourNodes_2" fact="0.65"/>
          <dgm:constr type="h" for="ch" forName="FourConn_2-3" refType="h" refFor="ch" refForName="FourNodes_2" fact="0.65"/>
          <dgm:constr type="ctrY" for="ch" forName="FourConn_2-3" refType="h" fact="0.5"/>
          <dgm:constr type="l" for="ch" forName="FourConn_2-3" refType="l" refFor="ch" refForName="FourNodes_2"/>
          <dgm:constr type="w" for="ch" forName="FourConn_3-4" refType="h" refFor="ch" refForName="FourNodes_3" fact="0.65"/>
          <dgm:constr type="h" for="ch" forName="FourConn_3-4" refType="h" refFor="ch" refForName="FourNodes_3" fact="0.65"/>
          <dgm:constr type="ctrY" for="ch" forName="FourConn_3-4" refType="h" fact="0.76"/>
          <dgm:constr type="l" for="ch" forName="FourConn_3-4" refType="l" refFor="ch" refForName="FourNodes_3"/>
          <dgm:constr type="l" for="ch" forName="FourNodes_1_text" refType="r" refFor="ch" refForName="FourConn_1-2"/>
          <dgm:constr type="lOff" for="ch" forName="FourNodes_1_text" refType="w" refFor="ch" refForName="FourConn_1-2" fact="0.69"/>
          <dgm:constr type="t" for="ch" forName="FourNodes_1_text" refType="t" refFor="ch" refForName="FourNodes_1"/>
          <dgm:constr type="b" for="ch" forName="FourNodes_1_text" refType="b" refFor="ch" refForName="FourNodes_1"/>
          <dgm:constr type="r" for="ch" forName="FourNodes_1_text" refType="r" refFor="ch" refForName="FourNodes_1"/>
          <dgm:constr type="l" for="ch" forName="FourNodes_2_text" refType="r" refFor="ch" refForName="FourConn_1-2"/>
          <dgm:constr type="t" for="ch" forName="FourNodes_2_text" refType="t" refFor="ch" refForName="FourNodes_2"/>
          <dgm:constr type="b" for="ch" forName="FourNodes_2_text" refType="b" refFor="ch" refForName="FourNodes_2"/>
          <dgm:constr type="r" for="ch" forName="FourNodes_2_text" refType="r" refFor="ch" refForName="FourNodes_2"/>
          <dgm:constr type="l" for="ch" forName="FourNodes_3_text" refType="r" refFor="ch" refForName="FourConn_2-3"/>
          <dgm:constr type="t" for="ch" forName="FourNodes_3_text" refType="t" refFor="ch" refForName="FourNodes_3"/>
          <dgm:constr type="b" for="ch" forName="FourNodes_3_text" refType="b" refFor="ch" refForName="FourNodes_3"/>
          <dgm:constr type="r" for="ch" forName="FourNodes_3_text" refType="r" refFor="ch" refForName="FourNodes_3"/>
          <dgm:constr type="l" for="ch" forName="FourNodes_4_text" refType="r" refFor="ch" refForName="FourConn_3-4"/>
          <dgm:constr type="t" for="ch" forName="FourNodes_4_text" refType="t" refFor="ch" refForName="FourNodes_4"/>
          <dgm:constr type="b" for="ch" forName="FourNodes_4_text" refType="b" refFor="ch" refForName="FourNodes_4"/>
          <dgm:constr type="r" for="ch" forName="FourNodes_4_text" refType="r" refFor="ch" refForName="FourNodes_4"/>
          <dgm:constr type="w" for="ch" forName="FiveNodes_1" refType="w" fact="0.77"/>
          <dgm:constr type="h" for="ch" forName="FiveNodes_1" refType="h" fact="0.18"/>
          <dgm:constr type="t" for="ch" forName="FiveNodes_1"/>
          <dgm:constr type="r" for="ch" forName="FiveNodes_1" refType="w"/>
          <dgm:constr type="w" for="ch" forName="FiveNodes_2" refType="w" fact="0.77"/>
          <dgm:constr type="h" for="ch" forName="FiveNodes_2" refType="h" fact="0.18"/>
          <dgm:constr type="ctrY" for="ch" forName="FiveNodes_2" refType="h" fact="0.295"/>
          <dgm:constr type="ctrX" for="ch" forName="FiveNodes_2" refType="w" fact="0.5575"/>
          <dgm:constr type="w" for="ch" forName="FiveNodes_3" refType="w" fact="0.77"/>
          <dgm:constr type="h" for="ch" forName="FiveNodes_3" refType="h" fact="0.18"/>
          <dgm:constr type="ctrY" for="ch" forName="FiveNodes_3" refType="h" fact="0.5"/>
          <dgm:constr type="ctrX" for="ch" forName="FiveNodes_3" refType="w" fact="0.5"/>
          <dgm:constr type="w" for="ch" forName="FiveNodes_4" refType="w" fact="0.77"/>
          <dgm:constr type="h" for="ch" forName="FiveNodes_4" refType="h" fact="0.18"/>
          <dgm:constr type="ctrY" for="ch" forName="FiveNodes_4" refType="h" fact="0.705"/>
          <dgm:constr type="ctrX" for="ch" forName="FiveNodes_4" refType="w" fact="0.4425"/>
          <dgm:constr type="w" for="ch" forName="FiveNodes_5" refType="w" fact="0.77"/>
          <dgm:constr type="h" for="ch" forName="FiveNodes_5" refType="h" fact="0.18"/>
          <dgm:constr type="b" for="ch" forName="FiveNodes_5" refType="h"/>
          <dgm:constr type="l" for="ch" forName="FiveNodes_5"/>
          <dgm:constr type="w" for="ch" forName="FiveConn_1-2" refType="h" refFor="ch" refForName="FiveNodes_1" fact="0.65"/>
          <dgm:constr type="h" for="ch" forName="FiveConn_1-2" refType="h" refFor="ch" refForName="FiveNodes_1" fact="0.65"/>
          <dgm:constr type="ctrY" for="ch" forName="FiveConn_1-2" refType="h" fact="0.19"/>
          <dgm:constr type="l" for="ch" forName="FiveConn_1-2" refType="l" refFor="ch" refForName="FiveNodes_1"/>
          <dgm:constr type="w" for="ch" forName="FiveConn_2-3" refType="h" refFor="ch" refForName="FiveNodes_2" fact="0.65"/>
          <dgm:constr type="h" for="ch" forName="FiveConn_2-3" refType="h" refFor="ch" refForName="FiveNodes_2" fact="0.65"/>
          <dgm:constr type="ctrY" for="ch" forName="FiveConn_2-3" refType="h" fact="0.395"/>
          <dgm:constr type="l" for="ch" forName="FiveConn_2-3" refType="l" refFor="ch" refForName="FiveNodes_2"/>
          <dgm:constr type="w" for="ch" forName="FiveConn_3-4" refType="h" refFor="ch" refForName="FiveNodes_3" fact="0.65"/>
          <dgm:constr type="h" for="ch" forName="FiveConn_3-4" refType="h" refFor="ch" refForName="FiveNodes_3" fact="0.65"/>
          <dgm:constr type="ctrY" for="ch" forName="FiveConn_3-4" refType="h" fact="0.597"/>
          <dgm:constr type="l" for="ch" forName="FiveConn_3-4" refType="l" refFor="ch" refForName="FiveNodes_3"/>
          <dgm:constr type="w" for="ch" forName="FiveConn_4-5" refType="h" refFor="ch" refForName="FiveNodes_4" fact="0.65"/>
          <dgm:constr type="h" for="ch" forName="FiveConn_4-5" refType="h" refFor="ch" refForName="FiveNodes_4" fact="0.65"/>
          <dgm:constr type="ctrY" for="ch" forName="FiveConn_4-5" refType="h" fact="0.804"/>
          <dgm:constr type="l" for="ch" forName="FiveConn_4-5" refType="l" refFor="ch" refForName="FiveNodes_4"/>
          <dgm:constr type="l" for="ch" forName="FiveNodes_1_text" refType="r" refFor="ch" refForName="FiveConn_1-2"/>
          <dgm:constr type="lOff" for="ch" forName="FiveNodes_1_text" refType="w" refFor="ch" refForName="FiveConn_1-2" fact="0.73"/>
          <dgm:constr type="t" for="ch" forName="FiveNodes_1_text" refType="t" refFor="ch" refForName="FiveNodes_1"/>
          <dgm:constr type="b" for="ch" forName="FiveNodes_1_text" refType="b" refFor="ch" refForName="FiveNodes_1"/>
          <dgm:constr type="r" for="ch" forName="FiveNodes_1_text" refType="r" refFor="ch" refForName="FiveNodes_1"/>
          <dgm:constr type="l" for="ch" forName="FiveNodes_2_text" refType="r" refFor="ch" refForName="FiveConn_1-2"/>
          <dgm:constr type="t" for="ch" forName="FiveNodes_2_text" refType="t" refFor="ch" refForName="FiveNodes_2"/>
          <dgm:constr type="b" for="ch" forName="FiveNodes_2_text" refType="b" refFor="ch" refForName="FiveNodes_2"/>
          <dgm:constr type="r" for="ch" forName="FiveNodes_2_text" refType="r" refFor="ch" refForName="FiveNodes_2"/>
          <dgm:constr type="l" for="ch" forName="FiveNodes_3_text" refType="r" refFor="ch" refForName="FiveConn_2-3"/>
          <dgm:constr type="t" for="ch" forName="FiveNodes_3_text" refType="t" refFor="ch" refForName="FiveNodes_3"/>
          <dgm:constr type="b" for="ch" forName="FiveNodes_3_text" refType="b" refFor="ch" refForName="FiveNodes_3"/>
          <dgm:constr type="r" for="ch" forName="FiveNodes_3_text" refType="r" refFor="ch" refForName="FiveNodes_3"/>
          <dgm:constr type="l" for="ch" forName="FiveNodes_4_text" refType="r" refFor="ch" refForName="FiveConn_3-4"/>
          <dgm:constr type="t" for="ch" forName="FiveNodes_4_text" refType="t" refFor="ch" refForName="FiveNodes_4"/>
          <dgm:constr type="b" for="ch" forName="FiveNodes_4_text" refType="b" refFor="ch" refForName="FiveNodes_4"/>
          <dgm:constr type="r" for="ch" forName="FiveNodes_4_text" refType="r" refFor="ch" refForName="FiveNodes_4"/>
          <dgm:constr type="l" for="ch" forName="FiveNodes_5_text" refType="r" refFor="ch" refForName="FiveConn_4-5"/>
          <dgm:constr type="t" for="ch" forName="FiveNodes_5_text" refType="t" refFor="ch" refForName="FiveNodes_5"/>
          <dgm:constr type="b" for="ch" forName="FiveNodes_5_text" refType="b" refFor="ch" refForName="FiveNodes_5"/>
          <dgm:constr type="r" for="ch" forName="FiveNodes_5_text" refType="r" refFor="ch" refForName="FiveNodes_5"/>
        </dgm:constrLst>
      </dgm:else>
    </dgm:choose>
    <dgm:ruleLst/>
    <dgm:layoutNode name="dummyMaxCanvas">
      <dgm:varLst/>
      <dgm:alg type="sp"/>
      <dgm:shape xmlns:r="http://schemas.openxmlformats.org/officeDocument/2006/relationships" r:blip="">
        <dgm:adjLst/>
      </dgm:shape>
      <dgm:presOf/>
      <dgm:constrLst/>
      <dgm:ruleLst/>
    </dgm:layoutNode>
    <dgm:choose name="Name3">
      <dgm:if name="Name4" axis="ch" ptType="node" func="cnt" op="equ" val="1">
        <dgm:layoutNode name="OneNode_1">
          <dgm:varLst>
            <dgm:bulletEnabled val="1"/>
          </dgm:varLst>
          <dgm:alg type="tx"/>
          <dgm:shape xmlns:r="http://schemas.openxmlformats.org/officeDocument/2006/relationships" type="roundRect" r:blip="">
            <dgm:adjLst>
              <dgm:adj idx="1" val="0.1"/>
            </dgm:adjLst>
          </dgm:shape>
          <dgm:presOf axis="ch desOrSelf" ptType="node node" st="1 1" cnt="1 0"/>
          <dgm:constrLst>
            <dgm:constr type="lMarg" refType="primFontSz" fact="0.3"/>
            <dgm:constr type="rMarg" refType="primFontSz" fact="0.3"/>
            <dgm:constr type="tMarg" refType="primFontSz" fact="0.3"/>
            <dgm:constr type="bMarg" refType="primFontSz" fact="0.3"/>
          </dgm:constrLst>
          <dgm:ruleLst>
            <dgm:rule type="primFontSz" val="5" fact="NaN" max="NaN"/>
          </dgm:ruleLst>
        </dgm:layoutNode>
      </dgm:if>
      <dgm:else name="Name5">
        <dgm:choose name="Name6">
          <dgm:if name="Name7" axis="ch" ptType="node" func="cnt" op="equ" val="2">
            <dgm:layoutNode name="TwoNodes_1">
              <dgm:varLst>
                <dgm:bulletEnabled val="1"/>
              </dgm:varLst>
              <dgm:alg type="sp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 axis="ch desOrSelf" ptType="node node" st="1 1" cnt="1 0"/>
              <dgm:constrLst/>
              <dgm:ruleLst/>
            </dgm:layoutNode>
            <dgm:layoutNode name="TwoNodes_2">
              <dgm:varLst>
                <dgm:bulletEnabled val="1"/>
              </dgm:varLst>
              <dgm:alg type="sp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 axis="ch desOrSelf" ptType="node node" st="2 1" cnt="1 0"/>
              <dgm:constrLst/>
              <dgm:ruleLst/>
            </dgm:layoutNode>
            <dgm:layoutNode name="TwoConn_1-2" styleLbl="fgAccFollowNode1">
              <dgm:varLst>
                <dgm:bulletEnabled val="1"/>
              </dgm:varLst>
              <dgm:alg type="tx"/>
              <dgm:shape xmlns:r="http://schemas.openxmlformats.org/officeDocument/2006/relationships" type="downArrow" r:blip="">
                <dgm:adjLst>
                  <dgm:adj idx="1" val="0.55"/>
                  <dgm:adj idx="2" val="0.45"/>
                </dgm:adjLst>
              </dgm:shape>
              <dgm:presOf axis="ch" ptType="sibTrans" cnt="1"/>
              <dgm:constrLst>
                <dgm:constr type="lMarg" refType="primFontSz" fact="0.1"/>
                <dgm:constr type="rMarg" refType="primFontSz" fact="0.1"/>
                <dgm:constr type="tMarg" refType="primFontSz" fact="0.1"/>
                <dgm:constr type="bMarg" refType="primFontSz" fact="0.1"/>
              </dgm:constrLst>
              <dgm:ruleLst>
                <dgm:rule type="primFontSz" val="5" fact="NaN" max="NaN"/>
              </dgm:ruleLst>
            </dgm:layoutNode>
            <dgm:layoutNode name="TwoNodes_1_text">
              <dgm:varLst>
                <dgm:bulletEnabled val="1"/>
              </dgm:varLst>
              <dgm:alg type="tx">
                <dgm:param type="parTxLTRAlign" val="l"/>
                <dgm:param type="txAnchorVertCh" val="mid"/>
              </dgm:alg>
              <dgm:shape xmlns:r="http://schemas.openxmlformats.org/officeDocument/2006/relationships" type="roundRect" r:blip="" hideGeom="1">
                <dgm:adjLst>
                  <dgm:adj idx="1" val="0.1"/>
                </dgm:adjLst>
              </dgm:shape>
              <dgm:presOf axis="ch desOrSelf" ptType="node node" st="1 1" cnt="1 0"/>
              <dgm:constrLst>
                <dgm:constr type="lMarg" refType="primFontSz" fact="0.3"/>
                <dgm:constr type="rMarg" refType="primFontSz" fact="0.3"/>
                <dgm:constr type="tMarg" refType="primFontSz" fact="0.3"/>
                <dgm:constr type="bMarg" refType="primFontSz" fact="0.3"/>
              </dgm:constrLst>
              <dgm:ruleLst>
                <dgm:rule type="primFontSz" val="5" fact="NaN" max="NaN"/>
              </dgm:ruleLst>
            </dgm:layoutNode>
            <dgm:layoutNode name="TwoNodes_2_text">
              <dgm:varLst>
                <dgm:bulletEnabled val="1"/>
              </dgm:varLst>
              <dgm:alg type="tx">
                <dgm:param type="parTxLTRAlign" val="l"/>
                <dgm:param type="txAnchorVertCh" val="mid"/>
              </dgm:alg>
              <dgm:shape xmlns:r="http://schemas.openxmlformats.org/officeDocument/2006/relationships" type="roundRect" r:blip="" hideGeom="1">
                <dgm:adjLst>
                  <dgm:adj idx="1" val="0.1"/>
                </dgm:adjLst>
              </dgm:shape>
              <dgm:presOf axis="ch desOrSelf" ptType="node node" st="2 1" cnt="1 0"/>
              <dgm:constrLst>
                <dgm:constr type="lMarg" refType="primFontSz" fact="0.3"/>
                <dgm:constr type="rMarg" refType="primFontSz" fact="0.3"/>
                <dgm:constr type="tMarg" refType="primFontSz" fact="0.3"/>
                <dgm:constr type="bMarg" refType="primFontSz" fact="0.3"/>
              </dgm:constrLst>
              <dgm:ruleLst>
                <dgm:rule type="primFontSz" val="5" fact="NaN" max="NaN"/>
              </dgm:ruleLst>
            </dgm:layoutNode>
          </dgm:if>
          <dgm:else name="Name8">
            <dgm:choose name="Name9">
              <dgm:if name="Name10" axis="ch" ptType="node" func="cnt" op="equ" val="3">
                <dgm:layoutNode name="ThreeNodes_1">
                  <dgm:varLst>
                    <dgm:bulletEnabled val="1"/>
                  </dgm:varLst>
                  <dgm:alg type="sp"/>
                  <dgm:shape xmlns:r="http://schemas.openxmlformats.org/officeDocument/2006/relationships" type="roundRect" r:blip="">
                    <dgm:adjLst>
                      <dgm:adj idx="1" val="0.1"/>
                    </dgm:adjLst>
                  </dgm:shape>
                  <dgm:presOf axis="ch desOrSelf" ptType="node node" st="1 1" cnt="1 0"/>
                  <dgm:constrLst/>
                  <dgm:ruleLst/>
                </dgm:layoutNode>
                <dgm:layoutNode name="ThreeNodes_2">
                  <dgm:varLst>
                    <dgm:bulletEnabled val="1"/>
                  </dgm:varLst>
                  <dgm:alg type="sp"/>
                  <dgm:shape xmlns:r="http://schemas.openxmlformats.org/officeDocument/2006/relationships" type="roundRect" r:blip="">
                    <dgm:adjLst>
                      <dgm:adj idx="1" val="0.1"/>
                    </dgm:adjLst>
                  </dgm:shape>
                  <dgm:presOf axis="ch desOrSelf" ptType="node node" st="2 1" cnt="1 0"/>
                  <dgm:constrLst/>
                  <dgm:ruleLst/>
                </dgm:layoutNode>
                <dgm:layoutNode name="ThreeNodes_3">
                  <dgm:varLst>
                    <dgm:bulletEnabled val="1"/>
                  </dgm:varLst>
                  <dgm:alg type="sp"/>
                  <dgm:shape xmlns:r="http://schemas.openxmlformats.org/officeDocument/2006/relationships" type="roundRect" r:blip="">
                    <dgm:adjLst>
                      <dgm:adj idx="1" val="0.1"/>
                    </dgm:adjLst>
                  </dgm:shape>
                  <dgm:presOf axis="ch desOrSelf" ptType="node node" st="3 1" cnt="1 0"/>
                  <dgm:constrLst/>
                  <dgm:ruleLst/>
                </dgm:layoutNode>
                <dgm:layoutNode name="ThreeConn_1-2" styleLbl="fgAccFollowNode1">
                  <dgm:varLst>
                    <dgm:bulletEnabled val="1"/>
                  </dgm:varLst>
                  <dgm:alg type="tx"/>
                  <dgm:shape xmlns:r="http://schemas.openxmlformats.org/officeDocument/2006/relationships" type="downArrow" r:blip="">
                    <dgm:adjLst>
                      <dgm:adj idx="1" val="0.55"/>
                      <dgm:adj idx="2" val="0.45"/>
                    </dgm:adjLst>
                  </dgm:shape>
                  <dgm:presOf axis="ch" ptType="sibTrans" cnt="1"/>
                  <dgm:constrLst>
                    <dgm:constr type="lMarg" refType="primFontSz" fact="0.1"/>
                    <dgm:constr type="rMarg" refType="primFontSz" fact="0.1"/>
                    <dgm:constr type="tMarg" refType="primFontSz" fact="0.1"/>
                    <dgm:constr type="bMarg" refType="primFontSz" fact="0.1"/>
                  </dgm:constrLst>
                  <dgm:ruleLst>
                    <dgm:rule type="primFontSz" val="5" fact="NaN" max="NaN"/>
                  </dgm:ruleLst>
                </dgm:layoutNode>
                <dgm:layoutNode name="ThreeConn_2-3" styleLbl="fgAccFollowNode1">
                  <dgm:varLst>
                    <dgm:bulletEnabled val="1"/>
                  </dgm:varLst>
                  <dgm:alg type="tx"/>
                  <dgm:shape xmlns:r="http://schemas.openxmlformats.org/officeDocument/2006/relationships" type="downArrow" r:blip="">
                    <dgm:adjLst>
                      <dgm:adj idx="1" val="0.55"/>
                      <dgm:adj idx="2" val="0.45"/>
                    </dgm:adjLst>
                  </dgm:shape>
                  <dgm:presOf axis="ch" ptType="sibTrans" st="2" cnt="1"/>
                  <dgm:constrLst>
                    <dgm:constr type="lMarg" refType="primFontSz" fact="0.1"/>
                    <dgm:constr type="rMarg" refType="primFontSz" fact="0.1"/>
                    <dgm:constr type="tMarg" refType="primFontSz" fact="0.1"/>
                    <dgm:constr type="bMarg" refType="primFontSz" fact="0.1"/>
                  </dgm:constrLst>
                  <dgm:ruleLst>
                    <dgm:rule type="primFontSz" val="5" fact="NaN" max="NaN"/>
                  </dgm:ruleLst>
                </dgm:layoutNode>
                <dgm:layoutNode name="ThreeNodes_1_text">
                  <dgm:varLst>
                    <dgm:bulletEnabled val="1"/>
                  </dgm:varLst>
                  <dgm:alg type="tx">
                    <dgm:param type="parTxLTRAlign" val="l"/>
                    <dgm:param type="txAnchorVertCh" val="mid"/>
                  </dgm:alg>
                  <dgm:shape xmlns:r="http://schemas.openxmlformats.org/officeDocument/2006/relationships" type="roundRect" r:blip="" hideGeom="1">
                    <dgm:adjLst>
                      <dgm:adj idx="1" val="0.1"/>
                    </dgm:adjLst>
                  </dgm:shape>
                  <dgm:presOf axis="ch desOrSelf" ptType="node node" st="1 1" cnt="1 0"/>
                  <dgm:constrLst>
                    <dgm:constr type="lMarg" refType="primFontSz" fact="0.3"/>
                    <dgm:constr type="rMarg" refType="primFontSz" fact="0.3"/>
                    <dgm:constr type="tMarg" refType="primFontSz" fact="0.3"/>
                    <dgm:constr type="bMarg" refType="primFontSz" fact="0.3"/>
                  </dgm:constrLst>
                  <dgm:ruleLst>
                    <dgm:rule type="primFontSz" val="5" fact="NaN" max="NaN"/>
                  </dgm:ruleLst>
                </dgm:layoutNode>
                <dgm:layoutNode name="ThreeNodes_2_text">
                  <dgm:varLst>
                    <dgm:bulletEnabled val="1"/>
                  </dgm:varLst>
                  <dgm:alg type="tx">
                    <dgm:param type="parTxLTRAlign" val="l"/>
                    <dgm:param type="txAnchorVertCh" val="mid"/>
                  </dgm:alg>
                  <dgm:shape xmlns:r="http://schemas.openxmlformats.org/officeDocument/2006/relationships" type="roundRect" r:blip="" hideGeom="1">
                    <dgm:adjLst>
                      <dgm:adj idx="1" val="0.1"/>
                    </dgm:adjLst>
                  </dgm:shape>
                  <dgm:presOf axis="ch desOrSelf" ptType="node node" st="2 1" cnt="1 0"/>
                  <dgm:constrLst>
                    <dgm:constr type="lMarg" refType="primFontSz" fact="0.3"/>
                    <dgm:constr type="rMarg" refType="primFontSz" fact="0.3"/>
                    <dgm:constr type="tMarg" refType="primFontSz" fact="0.3"/>
                    <dgm:constr type="bMarg" refType="primFontSz" fact="0.3"/>
                  </dgm:constrLst>
                  <dgm:ruleLst>
                    <dgm:rule type="primFontSz" val="5" fact="NaN" max="NaN"/>
                  </dgm:ruleLst>
                </dgm:layoutNode>
                <dgm:layoutNode name="ThreeNodes_3_text">
                  <dgm:varLst>
                    <dgm:bulletEnabled val="1"/>
                  </dgm:varLst>
                  <dgm:alg type="tx">
                    <dgm:param type="parTxLTRAlign" val="l"/>
                    <dgm:param type="txAnchorVertCh" val="mid"/>
                  </dgm:alg>
                  <dgm:shape xmlns:r="http://schemas.openxmlformats.org/officeDocument/2006/relationships" type="roundRect" r:blip="" hideGeom="1">
                    <dgm:adjLst>
                      <dgm:adj idx="1" val="0.1"/>
                    </dgm:adjLst>
                  </dgm:shape>
                  <dgm:presOf axis="ch desOrSelf" ptType="node node" st="3 1" cnt="1 0"/>
                  <dgm:constrLst>
                    <dgm:constr type="lMarg" refType="primFontSz" fact="0.3"/>
                    <dgm:constr type="rMarg" refType="primFontSz" fact="0.3"/>
                    <dgm:constr type="tMarg" refType="primFontSz" fact="0.3"/>
                    <dgm:constr type="bMarg" refType="primFontSz" fact="0.3"/>
                  </dgm:constrLst>
                  <dgm:ruleLst>
                    <dgm:rule type="primFontSz" val="5" fact="NaN" max="NaN"/>
                  </dgm:ruleLst>
                </dgm:layoutNode>
              </dgm:if>
              <dgm:else name="Name11">
                <dgm:choose name="Name12">
                  <dgm:if name="Name13" axis="ch" ptType="node" func="cnt" op="equ" val="4">
                    <dgm:layoutNode name="FourNodes_1">
                      <dgm:varLst>
                        <dgm:bulletEnabled val="1"/>
                      </dgm:varLst>
                      <dgm:alg type="sp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ch desOrSelf" ptType="node node" st="1 1" cnt="1 0"/>
                      <dgm:constrLst/>
                      <dgm:ruleLst/>
                    </dgm:layoutNode>
                    <dgm:layoutNode name="FourNodes_2">
                      <dgm:varLst>
                        <dgm:bulletEnabled val="1"/>
                      </dgm:varLst>
                      <dgm:alg type="sp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ch desOrSelf" ptType="node node" st="2 1" cnt="1 0"/>
                      <dgm:constrLst/>
                      <dgm:ruleLst/>
                    </dgm:layoutNode>
                    <dgm:layoutNode name="FourNodes_3">
                      <dgm:varLst>
                        <dgm:bulletEnabled val="1"/>
                      </dgm:varLst>
                      <dgm:alg type="sp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ch desOrSelf" ptType="node node" st="3 1" cnt="1 0"/>
                      <dgm:constrLst/>
                      <dgm:ruleLst/>
                    </dgm:layoutNode>
                    <dgm:layoutNode name="FourNodes_4">
                      <dgm:varLst>
                        <dgm:bulletEnabled val="1"/>
                      </dgm:varLst>
                      <dgm:alg type="sp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ch desOrSelf" ptType="node node" st="4 1" cnt="1 0"/>
                      <dgm:constrLst/>
                      <dgm:ruleLst/>
                    </dgm:layoutNode>
                    <dgm:layoutNode name="FourConn_1-2" styleLbl="fgAccFollowNode1">
                      <dgm:varLst>
                        <dgm:bulletEnabled val="1"/>
                      </dgm:varLst>
                      <dgm:alg type="tx"/>
                      <dgm:shape xmlns:r="http://schemas.openxmlformats.org/officeDocument/2006/relationships" type="downArrow" r:blip="">
                        <dgm:adjLst>
                          <dgm:adj idx="1" val="0.55"/>
                          <dgm:adj idx="2" val="0.45"/>
                        </dgm:adjLst>
                      </dgm:shape>
                      <dgm:presOf axis="ch" ptType="sibTrans" cnt="1"/>
                      <dgm:constrLst>
                        <dgm:constr type="lMarg" refType="primFontSz" fact="0.1"/>
                        <dgm:constr type="rMarg" refType="primFontSz" fact="0.1"/>
                        <dgm:constr type="tMarg" refType="primFontSz" fact="0.1"/>
                        <dgm:constr type="bMarg" refType="primFontSz" fact="0.1"/>
                      </dgm:constrLst>
                      <dgm:ruleLst>
                        <dgm:rule type="primFontSz" val="5" fact="NaN" max="NaN"/>
                      </dgm:ruleLst>
                    </dgm:layoutNode>
                    <dgm:layoutNode name="FourConn_2-3" styleLbl="fgAccFollowNode1">
                      <dgm:varLst>
                        <dgm:bulletEnabled val="1"/>
                      </dgm:varLst>
                      <dgm:alg type="tx"/>
                      <dgm:shape xmlns:r="http://schemas.openxmlformats.org/officeDocument/2006/relationships" type="downArrow" r:blip="">
                        <dgm:adjLst>
                          <dgm:adj idx="1" val="0.55"/>
                          <dgm:adj idx="2" val="0.45"/>
                        </dgm:adjLst>
                      </dgm:shape>
                      <dgm:presOf axis="ch" ptType="sibTrans" st="2" cnt="1"/>
                      <dgm:constrLst>
                        <dgm:constr type="lMarg" refType="primFontSz" fact="0.1"/>
                        <dgm:constr type="rMarg" refType="primFontSz" fact="0.1"/>
                        <dgm:constr type="tMarg" refType="primFontSz" fact="0.1"/>
                        <dgm:constr type="bMarg" refType="primFontSz" fact="0.1"/>
                      </dgm:constrLst>
                      <dgm:ruleLst>
                        <dgm:rule type="primFontSz" val="5" fact="NaN" max="NaN"/>
                      </dgm:ruleLst>
                    </dgm:layoutNode>
                    <dgm:layoutNode name="FourConn_3-4" styleLbl="fgAccFollowNode1">
                      <dgm:varLst>
                        <dgm:bulletEnabled val="1"/>
                      </dgm:varLst>
                      <dgm:alg type="tx"/>
                      <dgm:shape xmlns:r="http://schemas.openxmlformats.org/officeDocument/2006/relationships" type="downArrow" r:blip="">
                        <dgm:adjLst>
                          <dgm:adj idx="1" val="0.55"/>
                          <dgm:adj idx="2" val="0.45"/>
                        </dgm:adjLst>
                      </dgm:shape>
                      <dgm:presOf axis="ch" ptType="sibTrans" st="3" cnt="1"/>
                      <dgm:constrLst>
                        <dgm:constr type="lMarg" refType="primFontSz" fact="0.1"/>
                        <dgm:constr type="rMarg" refType="primFontSz" fact="0.1"/>
                        <dgm:constr type="tMarg" refType="primFontSz" fact="0.1"/>
                        <dgm:constr type="bMarg" refType="primFontSz" fact="0.1"/>
                      </dgm:constrLst>
                      <dgm:ruleLst>
                        <dgm:rule type="primFontSz" val="5" fact="NaN" max="NaN"/>
                      </dgm:ruleLst>
                    </dgm:layoutNode>
                    <dgm:layoutNode name="FourNodes_1_text">
                      <dgm:varLst>
                        <dgm:bulletEnabled val="1"/>
                      </dgm:varLst>
                      <dgm:alg type="tx">
                        <dgm:param type="parTxLTRAlign" val="l"/>
                        <dgm:param type="txAnchorVertCh" val="mid"/>
                      </dgm:alg>
                      <dgm:shape xmlns:r="http://schemas.openxmlformats.org/officeDocument/2006/relationships" type="roundRect" r:blip="" hideGeom="1">
                        <dgm:adjLst>
                          <dgm:adj idx="1" val="0.1"/>
                        </dgm:adjLst>
                      </dgm:shape>
                      <dgm:presOf axis="ch desOrSelf" ptType="node node" st="1 1" cnt="1 0"/>
                      <dgm:constrLst>
                        <dgm:constr type="lMarg" refType="primFontSz" fact="0.3"/>
                        <dgm:constr type="rMarg" refType="primFontSz" fact="0.3"/>
                        <dgm:constr type="tMarg" refType="primFontSz" fact="0.3"/>
                        <dgm:constr type="b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layoutNode name="FourNodes_2_text">
                      <dgm:varLst>
                        <dgm:bulletEnabled val="1"/>
                      </dgm:varLst>
                      <dgm:alg type="tx">
                        <dgm:param type="parTxLTRAlign" val="l"/>
                        <dgm:param type="txAnchorVertCh" val="mid"/>
                      </dgm:alg>
                      <dgm:shape xmlns:r="http://schemas.openxmlformats.org/officeDocument/2006/relationships" type="roundRect" r:blip="" hideGeom="1">
                        <dgm:adjLst>
                          <dgm:adj idx="1" val="0.1"/>
                        </dgm:adjLst>
                      </dgm:shape>
                      <dgm:presOf axis="ch desOrSelf" ptType="node node" st="2 1" cnt="1 0"/>
                      <dgm:constrLst>
                        <dgm:constr type="lMarg" refType="primFontSz" fact="0.3"/>
                        <dgm:constr type="rMarg" refType="primFontSz" fact="0.3"/>
                        <dgm:constr type="tMarg" refType="primFontSz" fact="0.3"/>
                        <dgm:constr type="b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layoutNode name="FourNodes_3_text">
                      <dgm:varLst>
                        <dgm:bulletEnabled val="1"/>
                      </dgm:varLst>
                      <dgm:alg type="tx">
                        <dgm:param type="parTxLTRAlign" val="l"/>
                        <dgm:param type="txAnchorVertCh" val="mid"/>
                      </dgm:alg>
                      <dgm:shape xmlns:r="http://schemas.openxmlformats.org/officeDocument/2006/relationships" type="roundRect" r:blip="" hideGeom="1">
                        <dgm:adjLst>
                          <dgm:adj idx="1" val="0.1"/>
                        </dgm:adjLst>
                      </dgm:shape>
                      <dgm:presOf axis="ch desOrSelf" ptType="node node" st="3 1" cnt="1 0"/>
                      <dgm:constrLst>
                        <dgm:constr type="lMarg" refType="primFontSz" fact="0.3"/>
                        <dgm:constr type="rMarg" refType="primFontSz" fact="0.3"/>
                        <dgm:constr type="tMarg" refType="primFontSz" fact="0.3"/>
                        <dgm:constr type="b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layoutNode name="FourNodes_4_text">
                      <dgm:varLst>
                        <dgm:bulletEnabled val="1"/>
                      </dgm:varLst>
                      <dgm:alg type="tx">
                        <dgm:param type="parTxLTRAlign" val="l"/>
                        <dgm:param type="txAnchorVertCh" val="mid"/>
                      </dgm:alg>
                      <dgm:shape xmlns:r="http://schemas.openxmlformats.org/officeDocument/2006/relationships" type="roundRect" r:blip="" hideGeom="1">
                        <dgm:adjLst>
                          <dgm:adj idx="1" val="0.1"/>
                        </dgm:adjLst>
                      </dgm:shape>
                      <dgm:presOf axis="ch desOrSelf" ptType="node node" st="4 1" cnt="1 0"/>
                      <dgm:constrLst>
                        <dgm:constr type="lMarg" refType="primFontSz" fact="0.3"/>
                        <dgm:constr type="rMarg" refType="primFontSz" fact="0.3"/>
                        <dgm:constr type="tMarg" refType="primFontSz" fact="0.3"/>
                        <dgm:constr type="b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</dgm:if>
                  <dgm:else name="Name14">
                    <dgm:choose name="Name15">
                      <dgm:if name="Name16" axis="ch" ptType="node" func="cnt" op="gte" val="5">
                        <dgm:layoutNode name="FiveNodes_1">
                          <dgm:varLst>
                            <dgm:bulletEnabled val="1"/>
                          </dgm:varLst>
                          <dgm:alg type="sp"/>
                          <dgm:shape xmlns:r="http://schemas.openxmlformats.org/officeDocument/2006/relationships" type="roundRect" r:blip="">
                            <dgm:adjLst>
                              <dgm:adj idx="1" val="0.1"/>
                            </dgm:adjLst>
                          </dgm:shape>
                          <dgm:presOf axis="ch desOrSelf" ptType="node node" st="1 1" cnt="1 0"/>
                          <dgm:constrLst/>
                          <dgm:ruleLst/>
                        </dgm:layoutNode>
                        <dgm:layoutNode name="FiveNodes_2">
                          <dgm:varLst>
                            <dgm:bulletEnabled val="1"/>
                          </dgm:varLst>
                          <dgm:alg type="sp"/>
                          <dgm:shape xmlns:r="http://schemas.openxmlformats.org/officeDocument/2006/relationships" type="roundRect" r:blip="">
                            <dgm:adjLst>
                              <dgm:adj idx="1" val="0.1"/>
                            </dgm:adjLst>
                          </dgm:shape>
                          <dgm:presOf axis="ch desOrSelf" ptType="node node" st="2 1" cnt="1 0"/>
                          <dgm:constrLst/>
                          <dgm:ruleLst/>
                        </dgm:layoutNode>
                        <dgm:layoutNode name="FiveNodes_3">
                          <dgm:varLst>
                            <dgm:bulletEnabled val="1"/>
                          </dgm:varLst>
                          <dgm:alg type="sp"/>
                          <dgm:shape xmlns:r="http://schemas.openxmlformats.org/officeDocument/2006/relationships" type="roundRect" r:blip="">
                            <dgm:adjLst>
                              <dgm:adj idx="1" val="0.1"/>
                            </dgm:adjLst>
                          </dgm:shape>
                          <dgm:presOf axis="ch desOrSelf" ptType="node node" st="3 1" cnt="1 0"/>
                          <dgm:constrLst/>
                          <dgm:ruleLst/>
                        </dgm:layoutNode>
                        <dgm:layoutNode name="FiveNodes_4">
                          <dgm:varLst>
                            <dgm:bulletEnabled val="1"/>
                          </dgm:varLst>
                          <dgm:alg type="sp"/>
                          <dgm:shape xmlns:r="http://schemas.openxmlformats.org/officeDocument/2006/relationships" type="roundRect" r:blip="">
                            <dgm:adjLst>
                              <dgm:adj idx="1" val="0.1"/>
                            </dgm:adjLst>
                          </dgm:shape>
                          <dgm:presOf axis="ch desOrSelf" ptType="node node" st="4 1" cnt="1 0"/>
                          <dgm:constrLst/>
                          <dgm:ruleLst/>
                        </dgm:layoutNode>
                        <dgm:layoutNode name="FiveNodes_5">
                          <dgm:varLst>
                            <dgm:bulletEnabled val="1"/>
                          </dgm:varLst>
                          <dgm:alg type="sp"/>
                          <dgm:shape xmlns:r="http://schemas.openxmlformats.org/officeDocument/2006/relationships" type="roundRect" r:blip="">
                            <dgm:adjLst>
                              <dgm:adj idx="1" val="0.1"/>
                            </dgm:adjLst>
                          </dgm:shape>
                          <dgm:presOf axis="ch desOrSelf" ptType="node node" st="5 1" cnt="1 0"/>
                          <dgm:constrLst/>
                          <dgm:ruleLst/>
                        </dgm:layoutNode>
                        <dgm:layoutNode name="FiveConn_1-2" styleLbl="fgAccFollowNode1">
                          <dgm:varLst>
                            <dgm:bulletEnabled val="1"/>
                          </dgm:varLst>
                          <dgm:alg type="tx"/>
                          <dgm:shape xmlns:r="http://schemas.openxmlformats.org/officeDocument/2006/relationships" type="downArrow" r:blip="">
                            <dgm:adjLst>
                              <dgm:adj idx="1" val="0.55"/>
                              <dgm:adj idx="2" val="0.45"/>
                            </dgm:adjLst>
                          </dgm:shape>
                          <dgm:presOf axis="ch" ptType="sibTrans" cnt="1"/>
                          <dgm:constrLst>
                            <dgm:constr type="lMarg" refType="primFontSz" fact="0.1"/>
                            <dgm:constr type="rMarg" refType="primFontSz" fact="0.1"/>
                            <dgm:constr type="tMarg" refType="primFontSz" fact="0.1"/>
                            <dgm:constr type="bMarg" refType="primFontSz" fact="0.1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Conn_2-3" styleLbl="fgAccFollowNode1">
                          <dgm:varLst>
                            <dgm:bulletEnabled val="1"/>
                          </dgm:varLst>
                          <dgm:alg type="tx"/>
                          <dgm:shape xmlns:r="http://schemas.openxmlformats.org/officeDocument/2006/relationships" type="downArrow" r:blip="">
                            <dgm:adjLst>
                              <dgm:adj idx="1" val="0.55"/>
                              <dgm:adj idx="2" val="0.45"/>
                            </dgm:adjLst>
                          </dgm:shape>
                          <dgm:presOf axis="ch" ptType="sibTrans" st="2" cnt="1"/>
                          <dgm:constrLst>
                            <dgm:constr type="lMarg" refType="primFontSz" fact="0.1"/>
                            <dgm:constr type="rMarg" refType="primFontSz" fact="0.1"/>
                            <dgm:constr type="tMarg" refType="primFontSz" fact="0.1"/>
                            <dgm:constr type="bMarg" refType="primFontSz" fact="0.1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Conn_3-4" styleLbl="fgAccFollowNode1">
                          <dgm:varLst>
                            <dgm:bulletEnabled val="1"/>
                          </dgm:varLst>
                          <dgm:alg type="tx"/>
                          <dgm:shape xmlns:r="http://schemas.openxmlformats.org/officeDocument/2006/relationships" type="downArrow" r:blip="">
                            <dgm:adjLst>
                              <dgm:adj idx="1" val="0.55"/>
                              <dgm:adj idx="2" val="0.45"/>
                            </dgm:adjLst>
                          </dgm:shape>
                          <dgm:presOf axis="ch" ptType="sibTrans" st="3" cnt="1"/>
                          <dgm:constrLst>
                            <dgm:constr type="lMarg" refType="primFontSz" fact="0.1"/>
                            <dgm:constr type="rMarg" refType="primFontSz" fact="0.1"/>
                            <dgm:constr type="tMarg" refType="primFontSz" fact="0.1"/>
                            <dgm:constr type="bMarg" refType="primFontSz" fact="0.1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Conn_4-5" styleLbl="fgAccFollowNode1">
                          <dgm:varLst>
                            <dgm:bulletEnabled val="1"/>
                          </dgm:varLst>
                          <dgm:alg type="tx"/>
                          <dgm:shape xmlns:r="http://schemas.openxmlformats.org/officeDocument/2006/relationships" type="downArrow" r:blip="">
                            <dgm:adjLst>
                              <dgm:adj idx="1" val="0.55"/>
                              <dgm:adj idx="2" val="0.45"/>
                            </dgm:adjLst>
                          </dgm:shape>
                          <dgm:presOf axis="ch" ptType="sibTrans" st="4" cnt="1"/>
                          <dgm:constrLst>
                            <dgm:constr type="lMarg" refType="primFontSz" fact="0.1"/>
                            <dgm:constr type="rMarg" refType="primFontSz" fact="0.1"/>
                            <dgm:constr type="tMarg" refType="primFontSz" fact="0.1"/>
                            <dgm:constr type="bMarg" refType="primFontSz" fact="0.1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Nodes_1_text">
                          <dgm:varLst>
                            <dgm:bulletEnabled val="1"/>
                          </dgm:varLst>
                          <dgm:alg type="tx">
                            <dgm:param type="parTxLTRAlign" val="l"/>
                            <dgm:param type="txAnchorVertCh" val="mid"/>
                          </dgm:alg>
                          <dgm:shape xmlns:r="http://schemas.openxmlformats.org/officeDocument/2006/relationships" type="roundRect" r:blip="" hideGeom="1">
                            <dgm:adjLst>
                              <dgm:adj idx="1" val="0.1"/>
                            </dgm:adjLst>
                          </dgm:shape>
                          <dgm:presOf axis="ch desOrSelf" ptType="node node" st="1 1" cnt="1 0"/>
                          <dgm:constrLst>
                            <dgm:constr type="lMarg" refType="primFontSz" fact="0.3"/>
                            <dgm:constr type="rMarg" refType="primFontSz" fact="0.3"/>
                            <dgm:constr type="tMarg" refType="primFontSz" fact="0.3"/>
                            <dgm:constr type="bMarg" refType="primFontSz" fact="0.3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Nodes_2_text">
                          <dgm:varLst>
                            <dgm:bulletEnabled val="1"/>
                          </dgm:varLst>
                          <dgm:alg type="tx">
                            <dgm:param type="parTxLTRAlign" val="l"/>
                            <dgm:param type="txAnchorVertCh" val="mid"/>
                          </dgm:alg>
                          <dgm:shape xmlns:r="http://schemas.openxmlformats.org/officeDocument/2006/relationships" type="roundRect" r:blip="" hideGeom="1">
                            <dgm:adjLst>
                              <dgm:adj idx="1" val="0.1"/>
                            </dgm:adjLst>
                          </dgm:shape>
                          <dgm:presOf axis="ch desOrSelf" ptType="node node" st="2 1" cnt="1 0"/>
                          <dgm:constrLst>
                            <dgm:constr type="lMarg" refType="primFontSz" fact="0.3"/>
                            <dgm:constr type="rMarg" refType="primFontSz" fact="0.3"/>
                            <dgm:constr type="tMarg" refType="primFontSz" fact="0.3"/>
                            <dgm:constr type="bMarg" refType="primFontSz" fact="0.3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Nodes_3_text">
                          <dgm:varLst>
                            <dgm:bulletEnabled val="1"/>
                          </dgm:varLst>
                          <dgm:alg type="tx">
                            <dgm:param type="parTxLTRAlign" val="l"/>
                            <dgm:param type="txAnchorVertCh" val="mid"/>
                          </dgm:alg>
                          <dgm:shape xmlns:r="http://schemas.openxmlformats.org/officeDocument/2006/relationships" type="roundRect" r:blip="" hideGeom="1">
                            <dgm:adjLst>
                              <dgm:adj idx="1" val="0.1"/>
                            </dgm:adjLst>
                          </dgm:shape>
                          <dgm:presOf axis="ch desOrSelf" ptType="node node" st="3 1" cnt="1 0"/>
                          <dgm:constrLst>
                            <dgm:constr type="lMarg" refType="primFontSz" fact="0.3"/>
                            <dgm:constr type="rMarg" refType="primFontSz" fact="0.3"/>
                            <dgm:constr type="tMarg" refType="primFontSz" fact="0.3"/>
                            <dgm:constr type="bMarg" refType="primFontSz" fact="0.3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Nodes_4_text">
                          <dgm:varLst>
                            <dgm:bulletEnabled val="1"/>
                          </dgm:varLst>
                          <dgm:alg type="tx">
                            <dgm:param type="parTxLTRAlign" val="l"/>
                            <dgm:param type="txAnchorVertCh" val="mid"/>
                          </dgm:alg>
                          <dgm:shape xmlns:r="http://schemas.openxmlformats.org/officeDocument/2006/relationships" type="roundRect" r:blip="" hideGeom="1">
                            <dgm:adjLst>
                              <dgm:adj idx="1" val="0.1"/>
                            </dgm:adjLst>
                          </dgm:shape>
                          <dgm:presOf axis="ch desOrSelf" ptType="node node" st="4 1" cnt="1 0"/>
                          <dgm:constrLst>
                            <dgm:constr type="lMarg" refType="primFontSz" fact="0.3"/>
                            <dgm:constr type="rMarg" refType="primFontSz" fact="0.3"/>
                            <dgm:constr type="tMarg" refType="primFontSz" fact="0.3"/>
                            <dgm:constr type="bMarg" refType="primFontSz" fact="0.3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Nodes_5_text">
                          <dgm:varLst>
                            <dgm:bulletEnabled val="1"/>
                          </dgm:varLst>
                          <dgm:alg type="tx">
                            <dgm:param type="parTxLTRAlign" val="l"/>
                            <dgm:param type="txAnchorVertCh" val="mid"/>
                          </dgm:alg>
                          <dgm:shape xmlns:r="http://schemas.openxmlformats.org/officeDocument/2006/relationships" type="roundRect" r:blip="" hideGeom="1">
                            <dgm:adjLst>
                              <dgm:adj idx="1" val="0.1"/>
                            </dgm:adjLst>
                          </dgm:shape>
                          <dgm:presOf axis="ch desOrSelf" ptType="node node" st="5 1" cnt="1 0"/>
                          <dgm:constrLst>
                            <dgm:constr type="lMarg" refType="primFontSz" fact="0.3"/>
                            <dgm:constr type="rMarg" refType="primFontSz" fact="0.3"/>
                            <dgm:constr type="tMarg" refType="primFontSz" fact="0.3"/>
                            <dgm:constr type="bMarg" refType="primFontSz" fact="0.3"/>
                          </dgm:constrLst>
                          <dgm:ruleLst>
                            <dgm:rule type="primFontSz" val="5" fact="NaN" max="NaN"/>
                          </dgm:ruleLst>
                        </dgm:layoutNode>
                      </dgm:if>
                      <dgm:else name="Name17"/>
                    </dgm:choose>
                  </dgm:else>
                </dgm:choose>
              </dgm:else>
            </dgm:choose>
          </dgm:else>
        </dgm:choose>
      </dgm:else>
    </dgm:choose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4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5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6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7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983D444-78CA-4DFF-ABCE-617446C28D26}" type="datetimeFigureOut">
              <a:rPr lang="en-US" smtClean="0"/>
              <a:t>11/28/2025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A8EAF82-1FBE-4EC7-B103-1787A9D0AAF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4322673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45610A-17B4-4656-93CF-E1D9982860F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40080" y="1371599"/>
            <a:ext cx="6675120" cy="2951825"/>
          </a:xfrm>
        </p:spPr>
        <p:txBody>
          <a:bodyPr anchor="t">
            <a:normAutofit/>
          </a:bodyPr>
          <a:lstStyle>
            <a:lvl1pPr algn="l"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451C80B-DFD6-415B-BA5B-E56E510CD12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40080" y="4584879"/>
            <a:ext cx="6675120" cy="1287887"/>
          </a:xfrm>
        </p:spPr>
        <p:txBody>
          <a:bodyPr anchor="b">
            <a:normAutofit/>
          </a:bodyPr>
          <a:lstStyle>
            <a:lvl1pPr marL="0" indent="0" algn="l">
              <a:lnSpc>
                <a:spcPct val="130000"/>
              </a:lnSpc>
              <a:buNone/>
              <a:defRPr sz="1800" b="1" cap="all" spc="300" baseline="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7A2065B-06FF-4991-9F8A-4BE25457B4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44479B-705B-4489-957E-7E8A228BDFA0}" type="datetime1">
              <a:rPr lang="en-US" smtClean="0"/>
              <a:t>11/28/2025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20DF2FA-C604-45D8-A633-11D3742EC14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2EE5DA9-2D04-4850-AB9F-BD35381650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6438451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E08B246-6A68-46BE-9DBD-614FA8CF4E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3E47706-8D18-4093-A7C1-F30D7543CED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EC7C8FC-AAEA-4AB6-9DB5-2503F58F0E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89F774-3FA6-43B8-9241-99959C8FD463}" type="datetime1">
              <a:rPr lang="en-US" smtClean="0"/>
              <a:t>11/28/2025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8B1616B-3F08-4869-A522-773C38940F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E030CE6-9124-4B3A-A912-AE16B5C340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4257957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71BB59B6-79B9-97F5-AC3B-DF65899D39D8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6C78885-57B2-4930-BD7D-CBF916EDF1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0080" y="1291366"/>
            <a:ext cx="9214884" cy="3159974"/>
          </a:xfrm>
        </p:spPr>
        <p:txBody>
          <a:bodyPr anchor="b">
            <a:normAutofit/>
          </a:bodyPr>
          <a:lstStyle>
            <a:lvl1pPr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BE495E4-2F8B-4CC7-88AC-A312067E60D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40080" y="5018567"/>
            <a:ext cx="7907079" cy="1073889"/>
          </a:xfrm>
        </p:spPr>
        <p:txBody>
          <a:bodyPr>
            <a:normAutofit/>
          </a:bodyPr>
          <a:lstStyle>
            <a:lvl1pPr marL="0" indent="0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8585CC9-BAD3-4807-90BB-97DA2D6A6BE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504452-5DCC-4FE2-A5C9-8A5EF6714D65}" type="datetime1">
              <a:rPr lang="en-US" smtClean="0"/>
              <a:t>11/28/2025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F108CEF-165F-4D7E-9666-5CD0156B497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E0EBC3D-3277-4D34-9F67-71040C21E3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‹#›</a:t>
            </a:fld>
            <a:endParaRPr lang="en-US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FF05EAE5-4812-F718-6D75-9627884180B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>
            <a:off x="716281" y="4715234"/>
            <a:ext cx="978862" cy="0"/>
          </a:xfrm>
          <a:prstGeom prst="line">
            <a:avLst/>
          </a:prstGeom>
          <a:ln w="762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74344821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B477A4-4D01-45B6-9563-0BF13BA72F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EE17E00-96AC-45F0-82B2-9F601E9B93C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40080" y="2633472"/>
            <a:ext cx="5212080" cy="356616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2BA30CD-95C0-427B-A571-A7D8A53278F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318928" y="2633472"/>
            <a:ext cx="5212080" cy="356616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6F67CAC-53E4-44AF-BEAC-8FFB96F05A8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79ABC2-0180-4F3A-A895-A85BC724D472}" type="datetime1">
              <a:rPr lang="en-US" smtClean="0"/>
              <a:t>11/28/2025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83D9F3A-E7F0-45E7-AFA8-0D4A669EC16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C5F008B-58BB-45FF-923F-5909DAB49D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1682586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A97B549-9E51-42E0-992A-73E77595777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0079" y="1371599"/>
            <a:ext cx="10890929" cy="93975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81A5FDC-7C4B-45FB-8462-E2CE79919F3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40079" y="2311352"/>
            <a:ext cx="5212080" cy="695373"/>
          </a:xfrm>
        </p:spPr>
        <p:txBody>
          <a:bodyPr anchor="b">
            <a:normAutofit/>
          </a:bodyPr>
          <a:lstStyle>
            <a:lvl1pPr marL="0" indent="0">
              <a:buNone/>
              <a:defRPr sz="1800" b="1" cap="all" spc="300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BD8B686-2E92-45B9-A3D7-9DCAA0C50B3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40079" y="3006725"/>
            <a:ext cx="5212080" cy="319125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6ADB526-4A44-47B6-8D14-93202E590AA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318928" y="2311352"/>
            <a:ext cx="5212080" cy="695373"/>
          </a:xfrm>
        </p:spPr>
        <p:txBody>
          <a:bodyPr anchor="b">
            <a:normAutofit/>
          </a:bodyPr>
          <a:lstStyle>
            <a:lvl1pPr marL="0" indent="0">
              <a:buNone/>
              <a:defRPr sz="1800" b="1" cap="all" spc="300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74177CA-5C13-4311-BFD3-B98FBD942DA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318928" y="3006725"/>
            <a:ext cx="5212080" cy="319125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4DEA255A-4CB5-40CA-B756-1AA5E27C20B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EEA9BA-4E8F-439E-BEA4-91FBA01E3F5F}" type="datetime1">
              <a:rPr lang="en-US" smtClean="0"/>
              <a:t>11/28/2025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FF3072C4-10F1-49B8-B0BF-69204EDDCF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4A5ACC97-44C1-4887-909B-E6732D3C1F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4912731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27D313-943A-47E0-8A7A-DFFBCC297A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3AC25A7-81C8-4AA1-AD9F-C78A451FDE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E15BF18-0007-481C-AA29-413124BC3EE7}" type="datetime1">
              <a:rPr lang="en-US" smtClean="0"/>
              <a:t>11/28/2025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EF54740-6022-46B2-9C55-B60E9651684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89497C9-6B5E-46D6-8FE9-0A5E0CF7F9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0656097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5" name="Rectangle 4">
            <a:extLst>
              <a:ext uri="{FF2B5EF4-FFF2-40B4-BE49-F238E27FC236}">
                <a16:creationId xmlns:a16="http://schemas.microsoft.com/office/drawing/2014/main" id="{149F9F0F-FB8C-5565-247C-BDCC156B5CAF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2740D3C-270A-401A-810C-2F86BBBB87D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BE9870-3748-43AD-B547-02A075CB4A1D}" type="datetime1">
              <a:rPr lang="en-US" smtClean="0"/>
              <a:t>11/28/2025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DCBE9F8-1765-4F36-A4DE-1DB136025A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790CF9E-A6C6-4873-ADBE-7A2939319E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7144210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08CDF8-00AD-4441-A6D5-9D7A659EB6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0080" y="1371600"/>
            <a:ext cx="3859397" cy="1451723"/>
          </a:xfrm>
        </p:spPr>
        <p:txBody>
          <a:bodyPr anchor="t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8C330AF-CB7E-420A-AE8A-E02E9032588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936519" y="1031001"/>
            <a:ext cx="6594490" cy="5166360"/>
          </a:xfrm>
        </p:spPr>
        <p:txBody>
          <a:bodyPr>
            <a:normAutofit/>
          </a:bodyPr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43257AD-2422-4CDA-9C55-700F4B5BF25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40080" y="2972168"/>
            <a:ext cx="3859397" cy="3226826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51B7454-C1CC-46F2-A6FB-1FE786C48F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8E7897-33C5-4F1A-9307-D068E37F3DC7}" type="datetime1">
              <a:rPr lang="en-US" smtClean="0"/>
              <a:t>11/28/2025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9077DBE-6CC7-421B-AB5E-341E20BD922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D6EAB8F-7526-4CDB-B782-FAD8B3E70B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2309550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31647F-5A61-44C9-81DC-331C9AE5DD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0080" y="1371600"/>
            <a:ext cx="3859397" cy="1451723"/>
          </a:xfrm>
        </p:spPr>
        <p:txBody>
          <a:bodyPr anchor="t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1627A0F-F1B8-49BE-A0FF-7FE16E3BDCC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4937760" y="1033271"/>
            <a:ext cx="6592824" cy="516636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86D1BD6-1519-4431-9FAF-7D4F4129972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40080" y="2972167"/>
            <a:ext cx="3859397" cy="3226825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5A587A0-353B-42C2-BA96-B1ADEDF642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E171BA-CC09-47C8-A6DF-F5C5CB59CEEC}" type="datetime1">
              <a:rPr lang="en-US" smtClean="0"/>
              <a:t>11/28/2025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4D5A88E-3957-4B76-B1BE-4164029217B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5F7C5FD-E56A-4C66-8F23-087F95A2FD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5884112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5E4BB7-3F30-4C31-9BB2-8EC24FC0A1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ECF4134-70F5-4EE6-88BE-49D129630CD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19EABC7-C044-44DE-B303-55A0581DA1E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7B66AD-7C08-490A-ADA4-B47E10FB2407}" type="datetime1">
              <a:rPr lang="en-US" smtClean="0"/>
              <a:t>11/28/2025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D4A63E1-5BC5-402E-9916-BAB84BCF0BB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A2EF915-AF64-4ECC-8B1A-B7E6A89B79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6416436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31CB3635-47E1-90D8-B693-DA85A66B3831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Vertical Title 1">
            <a:extLst>
              <a:ext uri="{FF2B5EF4-FFF2-40B4-BE49-F238E27FC236}">
                <a16:creationId xmlns:a16="http://schemas.microsoft.com/office/drawing/2014/main" id="{6EB09414-2AA1-4D8E-A00A-C092FBC92D9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9209219" y="640079"/>
            <a:ext cx="1811773" cy="5536884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42C3A78-37C5-46D0-9DF4-CB78AF883C2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640080" y="640080"/>
            <a:ext cx="8412422" cy="553688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9D8705E-925D-4F57-8268-107CE3CF4C4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B95027-4255-49E7-9841-CD21BCC99996}" type="datetime1">
              <a:rPr lang="en-US" smtClean="0"/>
              <a:t>11/28/2025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0FE207E-070D-4EC8-A44C-21F1815FDA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15D01D1-C266-4161-A820-C084B98013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‹#›</a:t>
            </a:fld>
            <a:endParaRPr lang="en-US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3230604F-219C-2DEE-830E-27274CC2FE1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 rot="5400000">
            <a:off x="10872154" y="1192438"/>
            <a:ext cx="978862" cy="0"/>
          </a:xfrm>
          <a:prstGeom prst="line">
            <a:avLst/>
          </a:prstGeom>
          <a:ln w="762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31193846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1AB4E786-7636-4278-8595-D365D28A79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0079" y="1371601"/>
            <a:ext cx="10890929" cy="109728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A740849-7059-4C70-992B-5304D2EE9BA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40080" y="2633472"/>
            <a:ext cx="10890928" cy="356616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09FEBF6-CEA6-4332-87B3-697807571C8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64008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 b="1" cap="all" spc="300" baseline="0">
                <a:solidFill>
                  <a:schemeClr val="tx1"/>
                </a:solidFill>
              </a:defRPr>
            </a:lvl1pPr>
          </a:lstStyle>
          <a:p>
            <a:fld id="{7DA38F49-B3E2-4BF0-BEC7-C30D34ABBB8D}" type="datetime1">
              <a:rPr lang="en-US" smtClean="0"/>
              <a:t>11/28/2025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C6BAF94-621C-43E1-BA0C-410A6899031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767622" y="6356350"/>
            <a:ext cx="404037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 b="1" cap="all" spc="300" baseline="0">
                <a:solidFill>
                  <a:schemeClr val="tx1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37D19E5-9E16-48C9-AAE2-0C70679A8D7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807995" y="6356350"/>
            <a:ext cx="72301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 b="1" cap="all" spc="300" baseline="0">
                <a:solidFill>
                  <a:schemeClr val="tx1"/>
                </a:solidFill>
              </a:defRPr>
            </a:lvl1pPr>
          </a:lstStyle>
          <a:p>
            <a:fld id="{70C12960-6E85-460F-B6E3-5B82CB31AF3D}" type="slidenum">
              <a:rPr lang="en-US" smtClean="0"/>
              <a:t>‹#›</a:t>
            </a:fld>
            <a:endParaRPr lang="en-US"/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118E06E4-607B-144B-382B-AD3D06B1EE8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>
            <a:off x="713232" y="1031001"/>
            <a:ext cx="978862" cy="0"/>
          </a:xfrm>
          <a:prstGeom prst="line">
            <a:avLst/>
          </a:prstGeom>
          <a:ln w="762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41619403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938" r:id="rId1"/>
    <p:sldLayoutId id="2147483939" r:id="rId2"/>
    <p:sldLayoutId id="2147483940" r:id="rId3"/>
    <p:sldLayoutId id="2147483941" r:id="rId4"/>
    <p:sldLayoutId id="2147483942" r:id="rId5"/>
    <p:sldLayoutId id="2147483936" r:id="rId6"/>
    <p:sldLayoutId id="2147483932" r:id="rId7"/>
    <p:sldLayoutId id="2147483933" r:id="rId8"/>
    <p:sldLayoutId id="2147483934" r:id="rId9"/>
    <p:sldLayoutId id="2147483935" r:id="rId10"/>
    <p:sldLayoutId id="2147483937" r:id="rId11"/>
  </p:sldLayoutIdLst>
  <p:hf sldNum="0" hdr="0" ftr="0" dt="0"/>
  <p:txStyles>
    <p:titleStyle>
      <a:lvl1pPr algn="l" defTabSz="914400" rtl="0" eaLnBrk="1" latinLnBrk="0" hangingPunct="1">
        <a:lnSpc>
          <a:spcPct val="100000"/>
        </a:lnSpc>
        <a:spcBef>
          <a:spcPct val="0"/>
        </a:spcBef>
        <a:buNone/>
        <a:defRPr sz="4000" b="1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SzPct val="87000"/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1pPr>
      <a:lvl2pPr marL="493776" indent="-228600" algn="l" defTabSz="914400" rtl="0" eaLnBrk="1" latinLnBrk="0" hangingPunct="1">
        <a:lnSpc>
          <a:spcPct val="120000"/>
        </a:lnSpc>
        <a:spcBef>
          <a:spcPts val="500"/>
        </a:spcBef>
        <a:buSzPct val="87000"/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731520" indent="-228600" algn="l" defTabSz="914400" rtl="0" eaLnBrk="1" latinLnBrk="0" hangingPunct="1">
        <a:lnSpc>
          <a:spcPct val="120000"/>
        </a:lnSpc>
        <a:spcBef>
          <a:spcPts val="500"/>
        </a:spcBef>
        <a:buSzPct val="87000"/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3pPr>
      <a:lvl4pPr marL="1051560" indent="-285750" algn="l" defTabSz="914400" rtl="0" eaLnBrk="1" latinLnBrk="0" hangingPunct="1">
        <a:lnSpc>
          <a:spcPct val="120000"/>
        </a:lnSpc>
        <a:spcBef>
          <a:spcPts val="500"/>
        </a:spcBef>
        <a:buSzPct val="87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4pPr>
      <a:lvl5pPr marL="1298448" indent="-228600" algn="l" defTabSz="914400" rtl="0" eaLnBrk="1" latinLnBrk="0" hangingPunct="1">
        <a:lnSpc>
          <a:spcPct val="120000"/>
        </a:lnSpc>
        <a:spcBef>
          <a:spcPts val="500"/>
        </a:spcBef>
        <a:buSzPct val="87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microsoft.com/office/2007/relationships/media" Target="../media/media1.mp4"/><Relationship Id="rId1" Type="http://schemas.openxmlformats.org/officeDocument/2006/relationships/video" Target="NULL" TargetMode="External"/><Relationship Id="rId4" Type="http://schemas.openxmlformats.org/officeDocument/2006/relationships/image" Target="../media/image2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jpe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2.xml"/><Relationship Id="rId7" Type="http://schemas.openxmlformats.org/officeDocument/2006/relationships/image" Target="../media/image12.png"/><Relationship Id="rId2" Type="http://schemas.openxmlformats.org/officeDocument/2006/relationships/diagramData" Target="../diagrams/data2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2.xml"/><Relationship Id="rId5" Type="http://schemas.openxmlformats.org/officeDocument/2006/relationships/diagramColors" Target="../diagrams/colors2.xml"/><Relationship Id="rId4" Type="http://schemas.openxmlformats.org/officeDocument/2006/relationships/diagramQuickStyle" Target="../diagrams/quickStyle2.xml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diagramLayout" Target="../diagrams/layout3.xml"/><Relationship Id="rId3" Type="http://schemas.openxmlformats.org/officeDocument/2006/relationships/diagramLayout" Target="../diagrams/layout3.xml"/><Relationship Id="rId7" Type="http://schemas.openxmlformats.org/officeDocument/2006/relationships/diagramData" Target="../diagrams/data4.xml"/><Relationship Id="rId2" Type="http://schemas.openxmlformats.org/officeDocument/2006/relationships/diagramData" Target="../diagrams/data3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3.xml"/><Relationship Id="rId5" Type="http://schemas.openxmlformats.org/officeDocument/2006/relationships/diagramColors" Target="../diagrams/colors3.xml"/><Relationship Id="rId10" Type="http://schemas.openxmlformats.org/officeDocument/2006/relationships/diagramColors" Target="../diagrams/colors3.xml"/><Relationship Id="rId4" Type="http://schemas.openxmlformats.org/officeDocument/2006/relationships/diagramQuickStyle" Target="../diagrams/quickStyle3.xml"/><Relationship Id="rId9" Type="http://schemas.openxmlformats.org/officeDocument/2006/relationships/diagramQuickStyle" Target="../diagrams/quickStyle3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4.xml"/><Relationship Id="rId2" Type="http://schemas.openxmlformats.org/officeDocument/2006/relationships/diagramData" Target="../diagrams/data5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4.xml"/><Relationship Id="rId5" Type="http://schemas.openxmlformats.org/officeDocument/2006/relationships/diagramColors" Target="../diagrams/colors4.xml"/><Relationship Id="rId4" Type="http://schemas.openxmlformats.org/officeDocument/2006/relationships/diagramQuickStyle" Target="../diagrams/quickStyle4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hyperlink" Target="https://walmart-sales-forecasting-ml.streamlit.app/" TargetMode="External"/><Relationship Id="rId2" Type="http://schemas.openxmlformats.org/officeDocument/2006/relationships/image" Target="../media/image21.jpe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5.xml"/><Relationship Id="rId2" Type="http://schemas.openxmlformats.org/officeDocument/2006/relationships/diagramData" Target="../diagrams/data6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5.xml"/><Relationship Id="rId5" Type="http://schemas.openxmlformats.org/officeDocument/2006/relationships/diagramColors" Target="../diagrams/colors5.xml"/><Relationship Id="rId4" Type="http://schemas.openxmlformats.org/officeDocument/2006/relationships/diagramQuickStyle" Target="../diagrams/quickStyle5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6.xml"/><Relationship Id="rId2" Type="http://schemas.openxmlformats.org/officeDocument/2006/relationships/diagramData" Target="../diagrams/data7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6.xml"/><Relationship Id="rId5" Type="http://schemas.openxmlformats.org/officeDocument/2006/relationships/diagramColors" Target="../diagrams/colors6.xml"/><Relationship Id="rId4" Type="http://schemas.openxmlformats.org/officeDocument/2006/relationships/diagramQuickStyle" Target="../diagrams/quickStyle6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svg"/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7.xml"/><Relationship Id="rId2" Type="http://schemas.openxmlformats.org/officeDocument/2006/relationships/diagramData" Target="../diagrams/data8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7.xml"/><Relationship Id="rId5" Type="http://schemas.openxmlformats.org/officeDocument/2006/relationships/diagramColors" Target="../diagrams/colors7.xml"/><Relationship Id="rId4" Type="http://schemas.openxmlformats.org/officeDocument/2006/relationships/diagramQuickStyle" Target="../diagrams/quickStyl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7" name="Picture 26" descr="CNC lathe processing">
            <a:extLst>
              <a:ext uri="{FF2B5EF4-FFF2-40B4-BE49-F238E27FC236}">
                <a16:creationId xmlns:a16="http://schemas.microsoft.com/office/drawing/2014/main" id="{6A485355-9808-6B4A-ABFB-63F011CCA1FA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15730"/>
          <a:stretch>
            <a:fillRect/>
          </a:stretch>
        </p:blipFill>
        <p:spPr>
          <a:xfrm>
            <a:off x="20" y="10"/>
            <a:ext cx="12191979" cy="6857989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E218855D-AA6E-2C2F-FC8B-F5A6677FDA71}"/>
              </a:ext>
            </a:extLst>
          </p:cNvPr>
          <p:cNvSpPr txBox="1"/>
          <p:nvPr/>
        </p:nvSpPr>
        <p:spPr>
          <a:xfrm>
            <a:off x="640080" y="914400"/>
            <a:ext cx="4892948" cy="3427867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pPr>
              <a:spcBef>
                <a:spcPct val="0"/>
              </a:spcBef>
              <a:spcAft>
                <a:spcPts val="600"/>
              </a:spcAft>
            </a:pPr>
            <a:r>
              <a:rPr kumimoji="0" lang="en-US" altLang="en-US" sz="5400" b="1" i="0" u="none" strike="noStrike" kern="1200" cap="none" normalizeH="0" baseline="0">
                <a:ln>
                  <a:noFill/>
                </a:ln>
                <a:solidFill>
                  <a:srgbClr val="FFFFFF"/>
                </a:solidFill>
                <a:effectLst/>
                <a:latin typeface="+mj-lt"/>
                <a:ea typeface="+mj-ea"/>
                <a:cs typeface="+mj-cs"/>
              </a:rPr>
              <a:t>Walmart Sales Forecasting and Optimization</a:t>
            </a:r>
            <a:endParaRPr lang="en-US" sz="5400" b="1" kern="1200">
              <a:solidFill>
                <a:srgbClr val="FFFFFF"/>
              </a:solidFill>
              <a:latin typeface="+mj-lt"/>
              <a:ea typeface="+mj-ea"/>
              <a:cs typeface="+mj-cs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698EA66-9403-EF54-625C-42859882F25D}"/>
              </a:ext>
            </a:extLst>
          </p:cNvPr>
          <p:cNvSpPr txBox="1"/>
          <p:nvPr/>
        </p:nvSpPr>
        <p:spPr>
          <a:xfrm>
            <a:off x="650970" y="5253051"/>
            <a:ext cx="4892948" cy="812923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pPr>
              <a:lnSpc>
                <a:spcPct val="130000"/>
              </a:lnSpc>
              <a:spcBef>
                <a:spcPts val="1000"/>
              </a:spcBef>
              <a:spcAft>
                <a:spcPts val="600"/>
              </a:spcAft>
              <a:buSzPct val="87000"/>
            </a:pPr>
            <a:r>
              <a:rPr lang="en-US" b="1" cap="all" spc="300">
                <a:solidFill>
                  <a:srgbClr val="FFFFFF"/>
                </a:solidFill>
              </a:rPr>
              <a:t>Leveraging Machine Learning for $7.1M Projected ROI</a:t>
            </a:r>
          </a:p>
        </p:txBody>
      </p:sp>
    </p:spTree>
    <p:extLst>
      <p:ext uri="{BB962C8B-B14F-4D97-AF65-F5344CB8AC3E}">
        <p14:creationId xmlns:p14="http://schemas.microsoft.com/office/powerpoint/2010/main" val="3350171810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C2E168-AEBB-1A5B-8E93-FBC99481C7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Video</a:t>
            </a:r>
          </a:p>
        </p:txBody>
      </p:sp>
      <p:pic>
        <p:nvPicPr>
          <p:cNvPr id="6" name="Walmart_s_$7">
            <a:hlinkClick r:id="" action="ppaction://media"/>
            <a:extLst>
              <a:ext uri="{FF2B5EF4-FFF2-40B4-BE49-F238E27FC236}">
                <a16:creationId xmlns:a16="http://schemas.microsoft.com/office/drawing/2014/main" id="{51D0E7C4-0271-A949-BAF0-98D52EE97B8A}"/>
              </a:ext>
            </a:extLst>
          </p:cNvPr>
          <p:cNvPicPr>
            <a:picLocks noGrp="1" noChangeAspect="1"/>
          </p:cNvPicPr>
          <p:nvPr>
            <p:ph idx="1"/>
            <a:videoFile r:link="rId1"/>
            <p:extLst>
              <p:ext uri="{DAA4B4D4-6D71-4841-9C94-3DE7FCFB9230}">
                <p14:media xmlns:p14="http://schemas.microsoft.com/office/powerpoint/2010/main" r:embed="rId2">
                  <p14:trim end="2872"/>
                </p14:media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2218544" y="1371601"/>
            <a:ext cx="9312464" cy="4827587"/>
          </a:xfrm>
        </p:spPr>
      </p:pic>
    </p:spTree>
    <p:extLst>
      <p:ext uri="{BB962C8B-B14F-4D97-AF65-F5344CB8AC3E}">
        <p14:creationId xmlns:p14="http://schemas.microsoft.com/office/powerpoint/2010/main" val="113070160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48522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>
                <p:cTn id="7" fill="hold" display="0">
                  <p:stCondLst>
                    <p:cond delay="indefinite"/>
                  </p:stCondLst>
                </p:cTn>
                <p:tgtEl>
                  <p:spTgt spid="6"/>
                </p:tgtEl>
              </p:cMediaNode>
            </p:video>
            <p:seq concurrent="1" nextAc="seek">
              <p:cTn id="8" restart="whenNotActive" fill="hold" evtFilter="cancelBubble" nodeType="interactiveSeq">
                <p:stCondLst>
                  <p:cond evt="onClick" delay="0">
                    <p:tgtEl>
                      <p:spTgt spid="6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12" dur="1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6"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D3C144C-D0CF-B8A6-2677-6B90A514FD6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0080" y="1371600"/>
            <a:ext cx="2652779" cy="4150811"/>
          </a:xfrm>
        </p:spPr>
        <p:txBody>
          <a:bodyPr vert="horz" lIns="91440" tIns="45720" rIns="91440" bIns="45720" rtlCol="0">
            <a:normAutofit/>
          </a:bodyPr>
          <a:lstStyle/>
          <a:p>
            <a:r>
              <a:rPr lang="en-US" sz="3400"/>
              <a:t>Executive Summary</a:t>
            </a:r>
          </a:p>
        </p:txBody>
      </p:sp>
      <p:graphicFrame>
        <p:nvGraphicFramePr>
          <p:cNvPr id="8" name="TextBox 5">
            <a:extLst>
              <a:ext uri="{FF2B5EF4-FFF2-40B4-BE49-F238E27FC236}">
                <a16:creationId xmlns:a16="http://schemas.microsoft.com/office/drawing/2014/main" id="{6BBD4E34-B9F2-EFC3-648D-E79DB6D4AA78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006293315"/>
              </p:ext>
            </p:extLst>
          </p:nvPr>
        </p:nvGraphicFramePr>
        <p:xfrm>
          <a:off x="4045291" y="1371600"/>
          <a:ext cx="7485718" cy="492631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187049812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61871B-159E-F70E-8339-9BC112B6FE5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0080" y="1371600"/>
            <a:ext cx="5737859" cy="1097280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Business Challenge</a:t>
            </a:r>
            <a:endParaRPr lang="en-US" dirty="0"/>
          </a:p>
        </p:txBody>
      </p:sp>
      <p:sp>
        <p:nvSpPr>
          <p:cNvPr id="7" name="Rectangle 2">
            <a:extLst>
              <a:ext uri="{FF2B5EF4-FFF2-40B4-BE49-F238E27FC236}">
                <a16:creationId xmlns:a16="http://schemas.microsoft.com/office/drawing/2014/main" id="{DEC8393D-9C9B-5B27-E77C-6891D78BA195}"/>
              </a:ext>
            </a:extLst>
          </p:cNvPr>
          <p:cNvSpPr>
            <a:spLocks noChangeArrowheads="1"/>
          </p:cNvSpPr>
          <p:nvPr/>
        </p:nvSpPr>
        <p:spPr bwMode="auto">
          <a:xfrm>
            <a:off x="640080" y="2633236"/>
            <a:ext cx="5737860" cy="3666980"/>
          </a:xfrm>
          <a:prstGeom prst="rect">
            <a:avLst/>
          </a:prstGeom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lIns="91440" tIns="45720" rIns="91440" bIns="45720" numCol="1" rtlCol="0" anchorCtr="0" compatLnSpc="1">
            <a:prstTxWarp prst="textNoShape">
              <a:avLst/>
            </a:prstTxWarp>
            <a:normAutofit/>
          </a:bodyPr>
          <a:lstStyle/>
          <a:p>
            <a:pPr marL="285750" lvl="0" indent="-285750" fontAlgn="base">
              <a:lnSpc>
                <a:spcPct val="120000"/>
              </a:lnSpc>
              <a:spcBef>
                <a:spcPct val="0"/>
              </a:spcBef>
              <a:spcAft>
                <a:spcPts val="600"/>
              </a:spcAft>
              <a:buSzPct val="87000"/>
              <a:buFont typeface="Arial" panose="020B0604020202020204" pitchFamily="34" charset="0"/>
              <a:buChar char="•"/>
            </a:pPr>
            <a:r>
              <a:rPr lang="en-US" b="1" dirty="0"/>
              <a:t>Before ML:</a:t>
            </a:r>
            <a:r>
              <a:rPr lang="en-US" dirty="0"/>
              <a:t> High operational costs, manual planning, inventory waste.</a:t>
            </a:r>
            <a:endParaRPr kumimoji="0" lang="en-US" altLang="en-US" b="1" i="0" u="none" strike="noStrike" cap="none" normalizeH="0" baseline="0" dirty="0">
              <a:ln>
                <a:noFill/>
              </a:ln>
              <a:effectLst/>
            </a:endParaRPr>
          </a:p>
          <a:p>
            <a:pPr marL="285750" marR="0" lvl="0" indent="-285750" fontAlgn="base">
              <a:lnSpc>
                <a:spcPct val="120000"/>
              </a:lnSpc>
              <a:spcBef>
                <a:spcPct val="0"/>
              </a:spcBef>
              <a:spcAft>
                <a:spcPts val="600"/>
              </a:spcAft>
              <a:buClrTx/>
              <a:buSzPct val="87000"/>
              <a:buFont typeface="Arial" panose="020B0604020202020204" pitchFamily="34" charset="0"/>
              <a:buChar char="•"/>
              <a:tabLst/>
            </a:pPr>
            <a:endParaRPr lang="en-US" altLang="en-US" b="1" dirty="0"/>
          </a:p>
          <a:p>
            <a:pPr marL="285750" marR="0" lvl="0" indent="-285750" fontAlgn="base">
              <a:lnSpc>
                <a:spcPct val="120000"/>
              </a:lnSpc>
              <a:spcBef>
                <a:spcPct val="0"/>
              </a:spcBef>
              <a:spcAft>
                <a:spcPts val="600"/>
              </a:spcAft>
              <a:buClrTx/>
              <a:buSzPct val="87000"/>
              <a:buFont typeface="Arial" panose="020B0604020202020204" pitchFamily="34" charset="0"/>
              <a:buChar char="•"/>
              <a:tabLst/>
            </a:pPr>
            <a:r>
              <a:rPr kumimoji="0" lang="en-US" altLang="en-US" b="1" i="0" u="none" strike="noStrike" cap="none" normalizeH="0" baseline="0" dirty="0">
                <a:ln>
                  <a:noFill/>
                </a:ln>
                <a:effectLst/>
              </a:rPr>
              <a:t>Objectives: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effectLst/>
              </a:rPr>
              <a:t> Achieve a $R^2 &gt; 0.95$ to drive </a:t>
            </a:r>
            <a:r>
              <a:rPr kumimoji="0" lang="en-US" altLang="en-US" b="1" i="0" u="none" strike="noStrike" cap="none" normalizeH="0" baseline="0" dirty="0">
                <a:ln>
                  <a:noFill/>
                </a:ln>
                <a:effectLst/>
              </a:rPr>
              <a:t>35% reduction in stockouts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effectLst/>
              </a:rPr>
              <a:t>.</a:t>
            </a:r>
          </a:p>
          <a:p>
            <a:pPr marL="285750" marR="0" lvl="0" indent="-285750" fontAlgn="base">
              <a:lnSpc>
                <a:spcPct val="120000"/>
              </a:lnSpc>
              <a:spcBef>
                <a:spcPct val="0"/>
              </a:spcBef>
              <a:spcAft>
                <a:spcPts val="600"/>
              </a:spcAft>
              <a:buClrTx/>
              <a:buSzPct val="87000"/>
              <a:buFont typeface="Arial" panose="020B0604020202020204" pitchFamily="34" charset="0"/>
              <a:buChar char="•"/>
              <a:tabLst/>
            </a:pPr>
            <a:endParaRPr lang="en-US" altLang="en-US" dirty="0"/>
          </a:p>
          <a:p>
            <a:pPr marL="285750" lvl="0" indent="-285750" fontAlgn="base">
              <a:lnSpc>
                <a:spcPct val="120000"/>
              </a:lnSpc>
              <a:spcBef>
                <a:spcPct val="0"/>
              </a:spcBef>
              <a:spcAft>
                <a:spcPts val="600"/>
              </a:spcAft>
              <a:buSzPct val="87000"/>
              <a:buFont typeface="Arial" panose="020B0604020202020204" pitchFamily="34" charset="0"/>
              <a:buChar char="•"/>
            </a:pPr>
            <a:r>
              <a:rPr lang="en-US" b="1" dirty="0"/>
              <a:t>Scope:</a:t>
            </a:r>
            <a:r>
              <a:rPr lang="en-US" dirty="0"/>
              <a:t> Predicting weekly sales for 45 stores/99 departments.</a:t>
            </a:r>
            <a:endParaRPr lang="en-US" altLang="en-US" dirty="0"/>
          </a:p>
          <a:p>
            <a:pPr marL="285750" marR="0" lvl="0" indent="-285750" fontAlgn="base">
              <a:lnSpc>
                <a:spcPct val="120000"/>
              </a:lnSpc>
              <a:spcBef>
                <a:spcPct val="0"/>
              </a:spcBef>
              <a:spcAft>
                <a:spcPts val="600"/>
              </a:spcAft>
              <a:buClrTx/>
              <a:buSzPct val="87000"/>
              <a:buFont typeface="Arial" panose="020B0604020202020204" pitchFamily="34" charset="0"/>
              <a:buChar char="•"/>
              <a:tabLst/>
            </a:pPr>
            <a:endParaRPr kumimoji="0" lang="en-US" altLang="en-US" b="0" i="0" u="none" strike="noStrike" cap="none" normalizeH="0" baseline="0" dirty="0">
              <a:ln>
                <a:noFill/>
              </a:ln>
              <a:effectLst/>
            </a:endParaRPr>
          </a:p>
          <a:p>
            <a:pPr marL="285750" marR="0" lvl="0" indent="-285750" fontAlgn="base">
              <a:lnSpc>
                <a:spcPct val="120000"/>
              </a:lnSpc>
              <a:spcBef>
                <a:spcPct val="0"/>
              </a:spcBef>
              <a:spcAft>
                <a:spcPts val="600"/>
              </a:spcAft>
              <a:buClrTx/>
              <a:buSzPct val="87000"/>
              <a:buFont typeface="Arial" panose="020B0604020202020204" pitchFamily="34" charset="0"/>
              <a:buChar char="•"/>
              <a:tabLst/>
            </a:pPr>
            <a:endParaRPr kumimoji="0" lang="en-US" altLang="en-US" b="0" i="0" u="none" strike="noStrike" cap="none" normalizeH="0" baseline="0" dirty="0">
              <a:ln>
                <a:noFill/>
              </a:ln>
              <a:effectLst/>
            </a:endParaRPr>
          </a:p>
        </p:txBody>
      </p:sp>
      <p:pic>
        <p:nvPicPr>
          <p:cNvPr id="9" name="Picture 8" descr="3D stairs design">
            <a:extLst>
              <a:ext uri="{FF2B5EF4-FFF2-40B4-BE49-F238E27FC236}">
                <a16:creationId xmlns:a16="http://schemas.microsoft.com/office/drawing/2014/main" id="{145E213C-55CE-3122-A7C7-7DBB7790A4DD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22396" r="15731"/>
          <a:stretch>
            <a:fillRect/>
          </a:stretch>
        </p:blipFill>
        <p:spPr>
          <a:xfrm>
            <a:off x="7155179" y="996008"/>
            <a:ext cx="4375829" cy="53042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1673728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DC982CA-9B7D-155C-A17A-211F477493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E7D664-7DC8-E4B2-1785-32810E7392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b="0" dirty="0"/>
              <a:t>Data Strategy at Scale</a:t>
            </a:r>
            <a:endParaRPr 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ACBA201-6826-CBB9-C740-012971BC93EE}"/>
              </a:ext>
            </a:extLst>
          </p:cNvPr>
          <p:cNvSpPr txBox="1"/>
          <p:nvPr/>
        </p:nvSpPr>
        <p:spPr>
          <a:xfrm>
            <a:off x="0" y="2634794"/>
            <a:ext cx="4295467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rtl="0">
              <a:buNone/>
            </a:pPr>
            <a:r>
              <a:rPr lang="en-US" sz="7200" b="1" i="0" u="none" strike="noStrike" dirty="0">
                <a:solidFill>
                  <a:srgbClr val="0071DC"/>
                </a:solidFill>
                <a:effectLst/>
                <a:latin typeface="Roboto" panose="02000000000000000000" pitchFamily="2" charset="0"/>
              </a:rPr>
              <a:t>421K</a:t>
            </a:r>
            <a:endParaRPr lang="en-US" sz="7200" b="0" dirty="0">
              <a:effectLst/>
            </a:endParaRPr>
          </a:p>
          <a:p>
            <a:pPr>
              <a:buNone/>
            </a:pPr>
            <a:br>
              <a:rPr lang="en-US" dirty="0"/>
            </a:br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1727802-C788-EE1A-9A0E-2C5654523EFA}"/>
              </a:ext>
            </a:extLst>
          </p:cNvPr>
          <p:cNvSpPr txBox="1"/>
          <p:nvPr/>
        </p:nvSpPr>
        <p:spPr>
          <a:xfrm>
            <a:off x="-901496" y="3631703"/>
            <a:ext cx="6098458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rtl="0">
              <a:buNone/>
            </a:pPr>
            <a:r>
              <a:rPr lang="en-US" sz="2000" b="1" i="0" u="none" strike="noStrike" dirty="0">
                <a:solidFill>
                  <a:srgbClr val="2E2F32"/>
                </a:solidFill>
                <a:effectLst/>
                <a:latin typeface="Roboto" panose="02000000000000000000" pitchFamily="2" charset="0"/>
              </a:rPr>
              <a:t>Training Records</a:t>
            </a:r>
            <a:endParaRPr lang="en-US" sz="2000" b="0" dirty="0">
              <a:effectLst/>
            </a:endParaRPr>
          </a:p>
          <a:p>
            <a:pPr>
              <a:buNone/>
            </a:pPr>
            <a:br>
              <a:rPr lang="en-US" dirty="0"/>
            </a:br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9DAA809-7E09-87FF-621C-A1DED99D2060}"/>
              </a:ext>
            </a:extLst>
          </p:cNvPr>
          <p:cNvSpPr txBox="1"/>
          <p:nvPr/>
        </p:nvSpPr>
        <p:spPr>
          <a:xfrm>
            <a:off x="-1126409" y="4010412"/>
            <a:ext cx="6548284" cy="86177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rtl="0">
              <a:buNone/>
            </a:pPr>
            <a:r>
              <a:rPr lang="en-US" sz="1400" b="0" i="0" u="none" strike="noStrike" dirty="0">
                <a:solidFill>
                  <a:srgbClr val="666666"/>
                </a:solidFill>
                <a:effectLst/>
                <a:latin typeface="Roboto" panose="02000000000000000000" pitchFamily="2" charset="0"/>
              </a:rPr>
              <a:t>Cleaned &amp; Merged</a:t>
            </a:r>
            <a:endParaRPr lang="en-US" sz="1400" b="0" dirty="0">
              <a:effectLst/>
            </a:endParaRPr>
          </a:p>
          <a:p>
            <a:pPr>
              <a:buNone/>
            </a:pPr>
            <a:br>
              <a:rPr lang="en-US" dirty="0"/>
            </a:br>
            <a:endParaRPr lang="en-US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17E7CBD-C568-EF28-A038-7C8F19DD6B94}"/>
              </a:ext>
            </a:extLst>
          </p:cNvPr>
          <p:cNvSpPr txBox="1"/>
          <p:nvPr/>
        </p:nvSpPr>
        <p:spPr>
          <a:xfrm>
            <a:off x="2993923" y="2573238"/>
            <a:ext cx="6658896" cy="187743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rtl="0">
              <a:buNone/>
            </a:pPr>
            <a:r>
              <a:rPr lang="en-US" sz="8000" b="1" i="0" u="none" strike="noStrike" dirty="0">
                <a:solidFill>
                  <a:srgbClr val="0071DC"/>
                </a:solidFill>
                <a:effectLst/>
                <a:latin typeface="Roboto" panose="02000000000000000000" pitchFamily="2" charset="0"/>
              </a:rPr>
              <a:t>91</a:t>
            </a:r>
            <a:endParaRPr lang="en-US" sz="8000" b="0" dirty="0">
              <a:effectLst/>
            </a:endParaRPr>
          </a:p>
          <a:p>
            <a:pPr>
              <a:buNone/>
            </a:pPr>
            <a:br>
              <a:rPr lang="en-US" dirty="0"/>
            </a:br>
            <a:endParaRPr lang="en-US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81C4DBD-7BF1-8F7B-4EEF-05976FF892CB}"/>
              </a:ext>
            </a:extLst>
          </p:cNvPr>
          <p:cNvSpPr txBox="1"/>
          <p:nvPr/>
        </p:nvSpPr>
        <p:spPr>
          <a:xfrm>
            <a:off x="3137719" y="3693258"/>
            <a:ext cx="6658896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rtl="0">
              <a:buNone/>
            </a:pPr>
            <a:r>
              <a:rPr lang="en-US" sz="2000" b="1" i="0" u="none" strike="noStrike" dirty="0">
                <a:solidFill>
                  <a:srgbClr val="2E2F32"/>
                </a:solidFill>
                <a:effectLst/>
                <a:latin typeface="Roboto" panose="02000000000000000000" pitchFamily="2" charset="0"/>
              </a:rPr>
              <a:t>Engineered Features</a:t>
            </a:r>
            <a:endParaRPr lang="en-US" sz="2000" b="0" dirty="0">
              <a:effectLst/>
            </a:endParaRPr>
          </a:p>
          <a:p>
            <a:pPr>
              <a:buNone/>
            </a:pPr>
            <a:br>
              <a:rPr lang="en-US" dirty="0"/>
            </a:br>
            <a:endParaRPr lang="en-US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5C8E9A3D-7999-5414-341E-D36527E17F1E}"/>
              </a:ext>
            </a:extLst>
          </p:cNvPr>
          <p:cNvSpPr txBox="1"/>
          <p:nvPr/>
        </p:nvSpPr>
        <p:spPr>
          <a:xfrm>
            <a:off x="3137719" y="4069536"/>
            <a:ext cx="6658896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rtl="0">
              <a:buNone/>
            </a:pPr>
            <a:r>
              <a:rPr lang="en-US" sz="1600" b="0" i="0" u="none" strike="noStrike" dirty="0">
                <a:solidFill>
                  <a:srgbClr val="666666"/>
                </a:solidFill>
                <a:effectLst/>
                <a:latin typeface="Roboto" panose="02000000000000000000" pitchFamily="2" charset="0"/>
              </a:rPr>
              <a:t>From 10 Original Features</a:t>
            </a:r>
            <a:endParaRPr lang="en-US" sz="1600" b="0" dirty="0">
              <a:effectLst/>
            </a:endParaRPr>
          </a:p>
          <a:p>
            <a:pPr>
              <a:buNone/>
            </a:pPr>
            <a:br>
              <a:rPr lang="en-US" dirty="0"/>
            </a:br>
            <a:endParaRPr lang="en-US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48C8E9FA-0E6A-9417-B5CD-4C984D47D315}"/>
              </a:ext>
            </a:extLst>
          </p:cNvPr>
          <p:cNvSpPr txBox="1"/>
          <p:nvPr/>
        </p:nvSpPr>
        <p:spPr>
          <a:xfrm>
            <a:off x="6770127" y="2591274"/>
            <a:ext cx="6658896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rtl="0">
              <a:buNone/>
            </a:pPr>
            <a:r>
              <a:rPr lang="en-US" sz="7200" b="1" i="0" u="none" strike="noStrike" dirty="0">
                <a:solidFill>
                  <a:srgbClr val="0071DC"/>
                </a:solidFill>
                <a:effectLst/>
                <a:latin typeface="Roboto" panose="02000000000000000000" pitchFamily="2" charset="0"/>
              </a:rPr>
              <a:t>100%</a:t>
            </a:r>
            <a:endParaRPr lang="en-US" sz="7200" b="0" dirty="0">
              <a:effectLst/>
            </a:endParaRPr>
          </a:p>
          <a:p>
            <a:pPr>
              <a:buNone/>
            </a:pPr>
            <a:br>
              <a:rPr lang="en-US" dirty="0"/>
            </a:br>
            <a:endParaRPr lang="en-US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E4808B69-4C23-0842-8DAB-0BB17E41B6CB}"/>
              </a:ext>
            </a:extLst>
          </p:cNvPr>
          <p:cNvSpPr txBox="1"/>
          <p:nvPr/>
        </p:nvSpPr>
        <p:spPr>
          <a:xfrm>
            <a:off x="6511413" y="3693258"/>
            <a:ext cx="7278328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rtl="0">
              <a:buNone/>
            </a:pPr>
            <a:r>
              <a:rPr lang="en-US" sz="2000" b="1" i="0" u="none" strike="noStrike" dirty="0">
                <a:solidFill>
                  <a:srgbClr val="2E2F32"/>
                </a:solidFill>
                <a:effectLst/>
                <a:latin typeface="Roboto" panose="02000000000000000000" pitchFamily="2" charset="0"/>
              </a:rPr>
              <a:t>Data Completeness</a:t>
            </a:r>
            <a:endParaRPr lang="en-US" sz="2000" b="0" dirty="0">
              <a:effectLst/>
            </a:endParaRPr>
          </a:p>
          <a:p>
            <a:pPr>
              <a:buNone/>
            </a:pPr>
            <a:br>
              <a:rPr lang="en-US" dirty="0"/>
            </a:br>
            <a:endParaRPr lang="en-US" dirty="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973502FC-6D7E-3C0E-CEAF-E76E3FC7FE3F}"/>
              </a:ext>
            </a:extLst>
          </p:cNvPr>
          <p:cNvSpPr txBox="1"/>
          <p:nvPr/>
        </p:nvSpPr>
        <p:spPr>
          <a:xfrm>
            <a:off x="6422923" y="4087355"/>
            <a:ext cx="7455308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rtl="0">
              <a:buNone/>
            </a:pPr>
            <a:r>
              <a:rPr lang="en-US" sz="1600" b="0" i="0" u="none" strike="noStrike" dirty="0">
                <a:solidFill>
                  <a:srgbClr val="666666"/>
                </a:solidFill>
                <a:effectLst/>
                <a:latin typeface="Roboto" panose="02000000000000000000" pitchFamily="2" charset="0"/>
              </a:rPr>
              <a:t>Zero Missing Values</a:t>
            </a:r>
            <a:endParaRPr lang="en-US" sz="1600" b="0" dirty="0">
              <a:effectLst/>
            </a:endParaRPr>
          </a:p>
          <a:p>
            <a:pPr>
              <a:buNone/>
            </a:pPr>
            <a:br>
              <a:rPr lang="en-US" sz="1600" dirty="0"/>
            </a:br>
            <a:endParaRPr lang="en-US" sz="1600" dirty="0"/>
          </a:p>
        </p:txBody>
      </p:sp>
    </p:spTree>
    <p:extLst>
      <p:ext uri="{BB962C8B-B14F-4D97-AF65-F5344CB8AC3E}">
        <p14:creationId xmlns:p14="http://schemas.microsoft.com/office/powerpoint/2010/main" val="29652849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ED7DBF-40A7-7247-1ABF-C9F705518B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Key Business Insights</a:t>
            </a:r>
          </a:p>
        </p:txBody>
      </p:sp>
      <p:graphicFrame>
        <p:nvGraphicFramePr>
          <p:cNvPr id="6" name="Diagram 5">
            <a:extLst>
              <a:ext uri="{FF2B5EF4-FFF2-40B4-BE49-F238E27FC236}">
                <a16:creationId xmlns:a16="http://schemas.microsoft.com/office/drawing/2014/main" id="{7648280E-EB33-4D2C-9B78-AA91CA85239A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055557319"/>
              </p:ext>
            </p:extLst>
          </p:nvPr>
        </p:nvGraphicFramePr>
        <p:xfrm>
          <a:off x="984865" y="2477702"/>
          <a:ext cx="6241846" cy="3822836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pic>
        <p:nvPicPr>
          <p:cNvPr id="8" name="Picture 7">
            <a:extLst>
              <a:ext uri="{FF2B5EF4-FFF2-40B4-BE49-F238E27FC236}">
                <a16:creationId xmlns:a16="http://schemas.microsoft.com/office/drawing/2014/main" id="{A2D1CA57-6A5F-D89D-F516-663017A59A79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405141" y="3070834"/>
            <a:ext cx="4786859" cy="26365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3896127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7B799AF-980A-C3FC-A2C0-2DC24EED20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Model Selection and Performance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7" name="Diagram 6">
                <a:extLst>
                  <a:ext uri="{FF2B5EF4-FFF2-40B4-BE49-F238E27FC236}">
                    <a16:creationId xmlns:a16="http://schemas.microsoft.com/office/drawing/2014/main" id="{4EAE06F1-4B07-AD20-8424-67832F174A92}"/>
                  </a:ext>
                </a:extLst>
              </p:cNvPr>
              <p:cNvGraphicFramePr/>
              <p:nvPr>
                <p:extLst>
                  <p:ext uri="{D42A27DB-BD31-4B8C-83A1-F6EECF244321}">
                    <p14:modId xmlns:p14="http://schemas.microsoft.com/office/powerpoint/2010/main" val="386849255"/>
                  </p:ext>
                </p:extLst>
              </p:nvPr>
            </p:nvGraphicFramePr>
            <p:xfrm>
              <a:off x="881625" y="2403960"/>
              <a:ext cx="8128000" cy="3970320"/>
            </p:xfrm>
            <a:graphic>
              <a:graphicData uri="http://schemas.openxmlformats.org/drawingml/2006/diagram">
                <dgm:relIds xmlns:dgm="http://schemas.openxmlformats.org/drawingml/2006/diagram" xmlns:r="http://schemas.openxmlformats.org/officeDocument/2006/relationships" r:dm="rId2" r:lo="rId3" r:qs="rId4" r:cs="rId5"/>
              </a:graphicData>
            </a:graphic>
          </p:graphicFrame>
        </mc:Choice>
        <mc:Fallback xmlns="">
          <p:graphicFrame>
            <p:nvGraphicFramePr>
              <p:cNvPr id="7" name="Diagram 6">
                <a:extLst>
                  <a:ext uri="{FF2B5EF4-FFF2-40B4-BE49-F238E27FC236}">
                    <a16:creationId xmlns:a16="http://schemas.microsoft.com/office/drawing/2014/main" id="{4EAE06F1-4B07-AD20-8424-67832F174A92}"/>
                  </a:ext>
                </a:extLst>
              </p:cNvPr>
              <p:cNvGraphicFramePr/>
              <p:nvPr>
                <p:extLst>
                  <p:ext uri="{D42A27DB-BD31-4B8C-83A1-F6EECF244321}">
                    <p14:modId xmlns:p14="http://schemas.microsoft.com/office/powerpoint/2010/main" val="386849255"/>
                  </p:ext>
                </p:extLst>
              </p:nvPr>
            </p:nvGraphicFramePr>
            <p:xfrm>
              <a:off x="881625" y="2403960"/>
              <a:ext cx="8128000" cy="3970320"/>
            </p:xfrm>
            <a:graphic>
              <a:graphicData uri="http://schemas.openxmlformats.org/drawingml/2006/diagram">
                <dgm:relIds xmlns:dgm="http://schemas.openxmlformats.org/drawingml/2006/diagram" xmlns:r="http://schemas.openxmlformats.org/officeDocument/2006/relationships" r:dm="rId7" r:lo="rId8" r:qs="rId9" r:cs="rId10"/>
              </a:graphicData>
            </a:graphic>
          </p:graphicFrame>
        </mc:Fallback>
      </mc:AlternateContent>
    </p:spTree>
    <p:extLst>
      <p:ext uri="{BB962C8B-B14F-4D97-AF65-F5344CB8AC3E}">
        <p14:creationId xmlns:p14="http://schemas.microsoft.com/office/powerpoint/2010/main" val="199961930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E8E3A9D-770E-E844-6CF4-231796FA34A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0079" y="570750"/>
            <a:ext cx="10890929" cy="1387934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/>
              <a:t>MLOps and Deployment (Production Readiness)</a:t>
            </a:r>
            <a:endParaRPr lang="en-US" dirty="0"/>
          </a:p>
        </p:txBody>
      </p:sp>
      <p:graphicFrame>
        <p:nvGraphicFramePr>
          <p:cNvPr id="8" name="TextBox 5">
            <a:extLst>
              <a:ext uri="{FF2B5EF4-FFF2-40B4-BE49-F238E27FC236}">
                <a16:creationId xmlns:a16="http://schemas.microsoft.com/office/drawing/2014/main" id="{939B0636-69CF-B712-D5F7-4B39D078F539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580897867"/>
              </p:ext>
            </p:extLst>
          </p:nvPr>
        </p:nvGraphicFramePr>
        <p:xfrm>
          <a:off x="640079" y="2559050"/>
          <a:ext cx="10890929" cy="3738863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70936614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46" name="Rectangle 45">
            <a:extLst>
              <a:ext uri="{FF2B5EF4-FFF2-40B4-BE49-F238E27FC236}">
                <a16:creationId xmlns:a16="http://schemas.microsoft.com/office/drawing/2014/main" id="{89BBA96D-760C-44C0-B94F-3FDC8357B2C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7" name="Picture 6" descr="Graph">
            <a:extLst>
              <a:ext uri="{FF2B5EF4-FFF2-40B4-BE49-F238E27FC236}">
                <a16:creationId xmlns:a16="http://schemas.microsoft.com/office/drawing/2014/main" id="{E09294B0-B82F-DB70-6939-46333B55C197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3674" b="6326"/>
          <a:stretch>
            <a:fillRect/>
          </a:stretch>
        </p:blipFill>
        <p:spPr>
          <a:xfrm>
            <a:off x="20" y="10"/>
            <a:ext cx="12191980" cy="6857990"/>
          </a:xfrm>
          <a:prstGeom prst="rect">
            <a:avLst/>
          </a:prstGeom>
        </p:spPr>
      </p:pic>
      <p:sp useBgFill="1">
        <p:nvSpPr>
          <p:cNvPr id="48" name="Rectangle 47">
            <a:extLst>
              <a:ext uri="{FF2B5EF4-FFF2-40B4-BE49-F238E27FC236}">
                <a16:creationId xmlns:a16="http://schemas.microsoft.com/office/drawing/2014/main" id="{EAA5F1BF-F733-47EA-A79A-01F3AD5A798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990600" y="1071435"/>
            <a:ext cx="10208830" cy="471976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ACE6F06-5474-987B-0DE4-5B424DCCDEF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61863" y="1584797"/>
            <a:ext cx="3305701" cy="3584187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sz="3600" dirty="0"/>
              <a:t>Live Demo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680C4298-33EC-4787-40F7-F30DB9D7CB13}"/>
              </a:ext>
            </a:extLst>
          </p:cNvPr>
          <p:cNvSpPr txBox="1"/>
          <p:nvPr/>
        </p:nvSpPr>
        <p:spPr>
          <a:xfrm>
            <a:off x="5337314" y="1641371"/>
            <a:ext cx="5214006" cy="353286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marL="285750" indent="-285750">
              <a:lnSpc>
                <a:spcPct val="120000"/>
              </a:lnSpc>
              <a:spcAft>
                <a:spcPts val="600"/>
              </a:spcAft>
              <a:buSzPct val="87000"/>
              <a:buFont typeface="Arial" panose="020B0604020202020204" pitchFamily="34" charset="0"/>
              <a:buChar char="•"/>
            </a:pPr>
            <a:r>
              <a:rPr lang="en-US" b="1"/>
              <a:t>Action:</a:t>
            </a:r>
            <a:r>
              <a:rPr lang="en-US"/>
              <a:t> Show the Streamlit Dashboard/API output.</a:t>
            </a:r>
            <a:endParaRPr lang="en-US" b="1"/>
          </a:p>
          <a:p>
            <a:pPr marL="285750" indent="-285750">
              <a:lnSpc>
                <a:spcPct val="120000"/>
              </a:lnSpc>
              <a:spcAft>
                <a:spcPts val="600"/>
              </a:spcAft>
              <a:buSzPct val="87000"/>
              <a:buFont typeface="Arial" panose="020B0604020202020204" pitchFamily="34" charset="0"/>
              <a:buChar char="•"/>
            </a:pPr>
            <a:endParaRPr lang="en-US" b="1"/>
          </a:p>
          <a:p>
            <a:pPr marL="285750" indent="-285750">
              <a:lnSpc>
                <a:spcPct val="120000"/>
              </a:lnSpc>
              <a:spcAft>
                <a:spcPts val="600"/>
              </a:spcAft>
              <a:buSzPct val="87000"/>
              <a:buFont typeface="Arial" panose="020B0604020202020204" pitchFamily="34" charset="0"/>
              <a:buChar char="•"/>
            </a:pPr>
            <a:r>
              <a:rPr lang="en-US" b="1"/>
              <a:t>Focus:</a:t>
            </a:r>
            <a:r>
              <a:rPr lang="en-US"/>
              <a:t> Demonstrate prediction capability by inputting new data (e.g., a holiday week vs. a regular week) and showing the quick, accurate result.</a:t>
            </a:r>
          </a:p>
          <a:p>
            <a:pPr marL="285750" indent="-285750">
              <a:lnSpc>
                <a:spcPct val="120000"/>
              </a:lnSpc>
              <a:spcAft>
                <a:spcPts val="600"/>
              </a:spcAft>
              <a:buSzPct val="87000"/>
              <a:buFont typeface="Arial" panose="020B0604020202020204" pitchFamily="34" charset="0"/>
              <a:buChar char="•"/>
            </a:pPr>
            <a:r>
              <a:rPr lang="en-US" b="1"/>
              <a:t>Link:</a:t>
            </a:r>
            <a:r>
              <a:rPr lang="en-US"/>
              <a:t> </a:t>
            </a:r>
            <a:r>
              <a:rPr lang="en-US">
                <a:hlinkClick r:id="rId3"/>
              </a:rPr>
              <a:t>walmart-sales-forecasting-ml.streamlit.app</a:t>
            </a:r>
            <a:endParaRPr lang="en-US"/>
          </a:p>
        </p:txBody>
      </p:sp>
      <p:cxnSp>
        <p:nvCxnSpPr>
          <p:cNvPr id="50" name="Straight Connector 49">
            <a:extLst>
              <a:ext uri="{FF2B5EF4-FFF2-40B4-BE49-F238E27FC236}">
                <a16:creationId xmlns:a16="http://schemas.microsoft.com/office/drawing/2014/main" id="{652938D1-813E-4650-AAB9-E09257454FF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983456" y="5765296"/>
            <a:ext cx="10215974" cy="0"/>
          </a:xfrm>
          <a:prstGeom prst="line">
            <a:avLst/>
          </a:prstGeom>
          <a:ln w="762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81859352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ACF3F5-AF18-19F5-7C2A-4E80D459534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0080" y="914399"/>
            <a:ext cx="3000587" cy="4160520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sz="3600"/>
              <a:t>Business Value &amp; ROI</a:t>
            </a:r>
          </a:p>
        </p:txBody>
      </p:sp>
      <p:graphicFrame>
        <p:nvGraphicFramePr>
          <p:cNvPr id="23" name="TextBox 4">
            <a:extLst>
              <a:ext uri="{FF2B5EF4-FFF2-40B4-BE49-F238E27FC236}">
                <a16:creationId xmlns:a16="http://schemas.microsoft.com/office/drawing/2014/main" id="{0123E3A1-B3F6-9973-CC89-BC6078AE1574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143938149"/>
              </p:ext>
            </p:extLst>
          </p:nvPr>
        </p:nvGraphicFramePr>
        <p:xfrm>
          <a:off x="4303332" y="891606"/>
          <a:ext cx="7216416" cy="511126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214333623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676FE05-3783-371D-0263-0D2112D4FE0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4400" y="1371600"/>
            <a:ext cx="10360152" cy="1139911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Future Roadmap</a:t>
            </a:r>
            <a:endParaRPr lang="en-US" dirty="0"/>
          </a:p>
        </p:txBody>
      </p:sp>
      <p:graphicFrame>
        <p:nvGraphicFramePr>
          <p:cNvPr id="7" name="TextBox 4">
            <a:extLst>
              <a:ext uri="{FF2B5EF4-FFF2-40B4-BE49-F238E27FC236}">
                <a16:creationId xmlns:a16="http://schemas.microsoft.com/office/drawing/2014/main" id="{77E123D8-3A0F-F668-6946-36F195D17635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798318675"/>
              </p:ext>
            </p:extLst>
          </p:nvPr>
        </p:nvGraphicFramePr>
        <p:xfrm>
          <a:off x="914400" y="2607561"/>
          <a:ext cx="10363200" cy="3690357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237022060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22A25E5-CBEB-32E0-8E37-DFDD2094E8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b="0"/>
              <a:t>Project Leadership &amp; Team</a:t>
            </a:r>
            <a:endParaRPr 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EF716A8-A944-8AAD-C07C-3CEC1DF6F0E2}"/>
              </a:ext>
            </a:extLst>
          </p:cNvPr>
          <p:cNvSpPr txBox="1"/>
          <p:nvPr/>
        </p:nvSpPr>
        <p:spPr>
          <a:xfrm>
            <a:off x="2841164" y="2081851"/>
            <a:ext cx="6098458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1500"/>
              </a:spcAft>
              <a:buNone/>
            </a:pPr>
            <a:r>
              <a:rPr lang="en-US" sz="2400" b="1" i="0" dirty="0">
                <a:solidFill>
                  <a:srgbClr val="0071DC"/>
                </a:solidFill>
                <a:effectLst/>
                <a:latin typeface="Roboto" panose="02000000000000000000" pitchFamily="2" charset="0"/>
              </a:rPr>
              <a:t>Development Team (DEPI Initiative)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95D4970-E25A-E69F-ED0D-BA01BC1C3BAD}"/>
              </a:ext>
            </a:extLst>
          </p:cNvPr>
          <p:cNvSpPr txBox="1"/>
          <p:nvPr/>
        </p:nvSpPr>
        <p:spPr>
          <a:xfrm>
            <a:off x="640079" y="3436418"/>
            <a:ext cx="1030322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i="0" dirty="0">
                <a:solidFill>
                  <a:srgbClr val="2E2F32"/>
                </a:solidFill>
                <a:effectLst/>
                <a:latin typeface="Roboto" panose="02000000000000000000" pitchFamily="2" charset="0"/>
              </a:rPr>
              <a:t>Moaaz Bakry</a:t>
            </a:r>
            <a:r>
              <a:rPr lang="en-US" b="1" dirty="0">
                <a:solidFill>
                  <a:srgbClr val="2E2F32"/>
                </a:solidFill>
                <a:latin typeface="Roboto" panose="02000000000000000000" pitchFamily="2" charset="0"/>
              </a:rPr>
              <a:t>	Karim Azab	  Ahmed Haitham		Yahia </a:t>
            </a:r>
            <a:r>
              <a:rPr lang="en-US" b="1" dirty="0" err="1">
                <a:solidFill>
                  <a:srgbClr val="2E2F32"/>
                </a:solidFill>
                <a:latin typeface="Roboto" panose="02000000000000000000" pitchFamily="2" charset="0"/>
              </a:rPr>
              <a:t>Shazly</a:t>
            </a:r>
            <a:r>
              <a:rPr lang="en-US" b="1" dirty="0">
                <a:solidFill>
                  <a:srgbClr val="2E2F32"/>
                </a:solidFill>
                <a:latin typeface="Roboto" panose="02000000000000000000" pitchFamily="2" charset="0"/>
              </a:rPr>
              <a:t>	</a:t>
            </a:r>
            <a:r>
              <a:rPr lang="en-US" b="1">
                <a:solidFill>
                  <a:srgbClr val="2E2F32"/>
                </a:solidFill>
                <a:latin typeface="Roboto" panose="02000000000000000000" pitchFamily="2" charset="0"/>
              </a:rPr>
              <a:t>Youssef Hamdy</a:t>
            </a:r>
            <a:endParaRPr lang="en-US" dirty="0"/>
          </a:p>
        </p:txBody>
      </p:sp>
      <p:pic>
        <p:nvPicPr>
          <p:cNvPr id="23" name="Graphic 22" descr="User with solid fill">
            <a:extLst>
              <a:ext uri="{FF2B5EF4-FFF2-40B4-BE49-F238E27FC236}">
                <a16:creationId xmlns:a16="http://schemas.microsoft.com/office/drawing/2014/main" id="{AAB808E3-9D96-3089-D33A-8194F8852CF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974094" y="2555047"/>
            <a:ext cx="801150" cy="801150"/>
          </a:xfrm>
          <a:prstGeom prst="rect">
            <a:avLst/>
          </a:prstGeom>
        </p:spPr>
      </p:pic>
      <p:pic>
        <p:nvPicPr>
          <p:cNvPr id="24" name="Graphic 23" descr="User with solid fill">
            <a:extLst>
              <a:ext uri="{FF2B5EF4-FFF2-40B4-BE49-F238E27FC236}">
                <a16:creationId xmlns:a16="http://schemas.microsoft.com/office/drawing/2014/main" id="{98AD9A15-CCA9-4013-B178-9CD9AE0684D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955271" y="2543516"/>
            <a:ext cx="801150" cy="801150"/>
          </a:xfrm>
          <a:prstGeom prst="rect">
            <a:avLst/>
          </a:prstGeom>
        </p:spPr>
      </p:pic>
      <p:pic>
        <p:nvPicPr>
          <p:cNvPr id="25" name="Graphic 24" descr="User with solid fill">
            <a:extLst>
              <a:ext uri="{FF2B5EF4-FFF2-40B4-BE49-F238E27FC236}">
                <a16:creationId xmlns:a16="http://schemas.microsoft.com/office/drawing/2014/main" id="{64FEF91C-67C8-D8B6-9CDB-23E5584717F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778283" y="2543516"/>
            <a:ext cx="801150" cy="801150"/>
          </a:xfrm>
          <a:prstGeom prst="rect">
            <a:avLst/>
          </a:prstGeom>
        </p:spPr>
      </p:pic>
      <p:pic>
        <p:nvPicPr>
          <p:cNvPr id="26" name="Graphic 25" descr="User with solid fill">
            <a:extLst>
              <a:ext uri="{FF2B5EF4-FFF2-40B4-BE49-F238E27FC236}">
                <a16:creationId xmlns:a16="http://schemas.microsoft.com/office/drawing/2014/main" id="{1A0102DF-E650-7D31-4810-CF6EED37DB1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274553" y="2549102"/>
            <a:ext cx="801150" cy="801150"/>
          </a:xfrm>
          <a:prstGeom prst="rect">
            <a:avLst/>
          </a:prstGeom>
        </p:spPr>
      </p:pic>
      <p:pic>
        <p:nvPicPr>
          <p:cNvPr id="27" name="Graphic 26" descr="User with solid fill">
            <a:extLst>
              <a:ext uri="{FF2B5EF4-FFF2-40B4-BE49-F238E27FC236}">
                <a16:creationId xmlns:a16="http://schemas.microsoft.com/office/drawing/2014/main" id="{6E662D58-99A0-D01A-3F37-82C5934878D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9526029" y="2555047"/>
            <a:ext cx="801150" cy="801150"/>
          </a:xfrm>
          <a:prstGeom prst="rect">
            <a:avLst/>
          </a:prstGeom>
        </p:spPr>
      </p:pic>
      <p:sp>
        <p:nvSpPr>
          <p:cNvPr id="29" name="TextBox 28">
            <a:extLst>
              <a:ext uri="{FF2B5EF4-FFF2-40B4-BE49-F238E27FC236}">
                <a16:creationId xmlns:a16="http://schemas.microsoft.com/office/drawing/2014/main" id="{CA1EFB00-0839-6552-1E7B-D0BE8927DDC6}"/>
              </a:ext>
            </a:extLst>
          </p:cNvPr>
          <p:cNvSpPr txBox="1"/>
          <p:nvPr/>
        </p:nvSpPr>
        <p:spPr>
          <a:xfrm>
            <a:off x="2726015" y="3996554"/>
            <a:ext cx="6098458" cy="9746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375"/>
              </a:spcAft>
              <a:buNone/>
            </a:pPr>
            <a:r>
              <a:rPr lang="en-US" b="1" i="0" dirty="0">
                <a:solidFill>
                  <a:srgbClr val="FFC220"/>
                </a:solidFill>
                <a:effectLst/>
                <a:latin typeface="Roboto" panose="02000000000000000000" pitchFamily="2" charset="0"/>
              </a:rPr>
              <a:t>Instructor Acknowledgment</a:t>
            </a:r>
          </a:p>
          <a:p>
            <a:pPr algn="ctr">
              <a:buNone/>
            </a:pPr>
            <a:r>
              <a:rPr lang="en-US" b="1" i="0" dirty="0">
                <a:effectLst/>
                <a:latin typeface="Open Sans" panose="020B0606030504020204" pitchFamily="34" charset="0"/>
              </a:rPr>
              <a:t>Eng. Islam Adel</a:t>
            </a:r>
          </a:p>
          <a:p>
            <a:pPr algn="ctr">
              <a:buNone/>
            </a:pPr>
            <a:r>
              <a:rPr lang="en-US" b="0" i="0" dirty="0">
                <a:effectLst/>
                <a:latin typeface="Open Sans" panose="020B0606030504020204" pitchFamily="34" charset="0"/>
              </a:rPr>
              <a:t>Track: Data Science / Machine Learning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90AC1C29-C249-8A6B-E60E-BFCBEACAA13E}"/>
              </a:ext>
            </a:extLst>
          </p:cNvPr>
          <p:cNvSpPr txBox="1"/>
          <p:nvPr/>
        </p:nvSpPr>
        <p:spPr>
          <a:xfrm>
            <a:off x="650535" y="5161984"/>
            <a:ext cx="10890929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buNone/>
            </a:pPr>
            <a:r>
              <a:rPr lang="en-US" b="1" i="0" dirty="0">
                <a:solidFill>
                  <a:srgbClr val="0071DC"/>
                </a:solidFill>
                <a:effectLst/>
                <a:latin typeface="Open Sans" panose="020B0606030504020204" pitchFamily="34" charset="0"/>
              </a:rPr>
              <a:t>Digital Egypt Pioneers Initiative (DEPI)</a:t>
            </a:r>
          </a:p>
          <a:p>
            <a:pPr algn="ctr">
              <a:buNone/>
            </a:pPr>
            <a:r>
              <a:rPr lang="en-US" b="0" i="0" dirty="0">
                <a:solidFill>
                  <a:srgbClr val="666666"/>
                </a:solidFill>
                <a:effectLst/>
                <a:latin typeface="Open Sans" panose="020B0606030504020204" pitchFamily="34" charset="0"/>
              </a:rPr>
              <a:t>This project was completed as part of the Data Science / ML Track (Round 3) under the supervision of the Ministry of Communications and Information Technology (MCIT).</a:t>
            </a:r>
          </a:p>
        </p:txBody>
      </p:sp>
    </p:spTree>
    <p:extLst>
      <p:ext uri="{BB962C8B-B14F-4D97-AF65-F5344CB8AC3E}">
        <p14:creationId xmlns:p14="http://schemas.microsoft.com/office/powerpoint/2010/main" val="99517657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A07C42-10F9-D8E6-BB3B-48E0FC6FD5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4400" y="1371600"/>
            <a:ext cx="10360152" cy="1139911"/>
          </a:xfrm>
        </p:spPr>
        <p:txBody>
          <a:bodyPr vert="horz" lIns="91440" tIns="45720" rIns="91440" bIns="45720" rtlCol="0">
            <a:normAutofit/>
          </a:bodyPr>
          <a:lstStyle/>
          <a:p>
            <a:r>
              <a:rPr lang="en-US"/>
              <a:t>Thank You &amp; Q&amp;A</a:t>
            </a:r>
            <a:endParaRPr lang="en-US" dirty="0"/>
          </a:p>
        </p:txBody>
      </p:sp>
      <p:graphicFrame>
        <p:nvGraphicFramePr>
          <p:cNvPr id="17" name="TextBox 4">
            <a:extLst>
              <a:ext uri="{FF2B5EF4-FFF2-40B4-BE49-F238E27FC236}">
                <a16:creationId xmlns:a16="http://schemas.microsoft.com/office/drawing/2014/main" id="{4BC6B9BD-EA1B-6D50-DAC7-CB53BB044417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738840356"/>
              </p:ext>
            </p:extLst>
          </p:nvPr>
        </p:nvGraphicFramePr>
        <p:xfrm>
          <a:off x="914400" y="2607561"/>
          <a:ext cx="10363200" cy="3690357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1745386330"/>
      </p:ext>
    </p:extLst>
  </p:cSld>
  <p:clrMapOvr>
    <a:masterClrMapping/>
  </p:clrMapOvr>
</p:sld>
</file>

<file path=ppt/theme/theme1.xml><?xml version="1.0" encoding="utf-8"?>
<a:theme xmlns:a="http://schemas.openxmlformats.org/drawingml/2006/main" name="DashVTI">
  <a:themeElements>
    <a:clrScheme name="Custom 6">
      <a:dk1>
        <a:sysClr val="windowText" lastClr="000000"/>
      </a:dk1>
      <a:lt1>
        <a:sysClr val="window" lastClr="FFFFFF"/>
      </a:lt1>
      <a:dk2>
        <a:srgbClr val="0D1C3B"/>
      </a:dk2>
      <a:lt2>
        <a:srgbClr val="F5F2F9"/>
      </a:lt2>
      <a:accent1>
        <a:srgbClr val="1973EB"/>
      </a:accent1>
      <a:accent2>
        <a:srgbClr val="25C8A2"/>
      </a:accent2>
      <a:accent3>
        <a:srgbClr val="BF8ED1"/>
      </a:accent3>
      <a:accent4>
        <a:srgbClr val="FE733C"/>
      </a:accent4>
      <a:accent5>
        <a:srgbClr val="FE5A5A"/>
      </a:accent5>
      <a:accent6>
        <a:srgbClr val="1AC16E"/>
      </a:accent6>
      <a:hlink>
        <a:srgbClr val="1AC16E"/>
      </a:hlink>
      <a:folHlink>
        <a:srgbClr val="00B0F0"/>
      </a:folHlink>
    </a:clrScheme>
    <a:fontScheme name="grandview display">
      <a:majorFont>
        <a:latin typeface="Grandview Display"/>
        <a:ea typeface=""/>
        <a:cs typeface=""/>
      </a:majorFont>
      <a:minorFont>
        <a:latin typeface="Grandview Display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DashVTI" id="{0A75137F-CDEB-4E94-A788-9D255EBE1B91}" vid="{DE9A6A09-5855-45A3-8E99-4290ED24057C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375</TotalTime>
  <Words>467</Words>
  <Application>Microsoft Office PowerPoint</Application>
  <PresentationFormat>Widescreen</PresentationFormat>
  <Paragraphs>78</Paragraphs>
  <Slides>13</Slides>
  <Notes>0</Notes>
  <HiddenSlides>0</HiddenSlides>
  <MMClips>1</MMClips>
  <ScaleCrop>false</ScaleCrop>
  <HeadingPairs>
    <vt:vector size="8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  <vt:variant>
        <vt:lpstr>Custom Shows</vt:lpstr>
      </vt:variant>
      <vt:variant>
        <vt:i4>1</vt:i4>
      </vt:variant>
    </vt:vector>
  </HeadingPairs>
  <TitlesOfParts>
    <vt:vector size="21" baseType="lpstr">
      <vt:lpstr>Aptos</vt:lpstr>
      <vt:lpstr>Arial</vt:lpstr>
      <vt:lpstr>Cambria Math</vt:lpstr>
      <vt:lpstr>Grandview Display</vt:lpstr>
      <vt:lpstr>Open Sans</vt:lpstr>
      <vt:lpstr>Roboto</vt:lpstr>
      <vt:lpstr>DashVTI</vt:lpstr>
      <vt:lpstr>PowerPoint Presentation</vt:lpstr>
      <vt:lpstr>Video</vt:lpstr>
      <vt:lpstr>Executive Summary</vt:lpstr>
      <vt:lpstr>Business Challenge</vt:lpstr>
      <vt:lpstr>Data Strategy at Scale</vt:lpstr>
      <vt:lpstr>Key Business Insights</vt:lpstr>
      <vt:lpstr>Model Selection and Performance</vt:lpstr>
      <vt:lpstr>MLOps and Deployment (Production Readiness)</vt:lpstr>
      <vt:lpstr>Live Demo</vt:lpstr>
      <vt:lpstr>Business Value &amp; ROI</vt:lpstr>
      <vt:lpstr>Future Roadmap</vt:lpstr>
      <vt:lpstr>Project Leadership &amp; Team</vt:lpstr>
      <vt:lpstr>Thank You &amp; Q&amp;A</vt:lpstr>
      <vt:lpstr>Custom Show 1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Moaaz Bakry</dc:creator>
  <cp:lastModifiedBy>Ahmed Haitham Amer</cp:lastModifiedBy>
  <cp:revision>14</cp:revision>
  <dcterms:created xsi:type="dcterms:W3CDTF">2025-11-24T00:09:51Z</dcterms:created>
  <dcterms:modified xsi:type="dcterms:W3CDTF">2025-11-28T18:31:44Z</dcterms:modified>
</cp:coreProperties>
</file>